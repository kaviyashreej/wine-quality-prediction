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60" r:id="rId1"/>
  </p:sldMasterIdLst>
  <p:sldIdLst>
    <p:sldId id="256" r:id="rId2"/>
  </p:sldIdLst>
  <p:sldSz cx="21599525" cy="3275965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0318" userDrawn="1">
          <p15:clr>
            <a:srgbClr val="A4A3A4"/>
          </p15:clr>
        </p15:guide>
        <p15:guide id="2" pos="6761"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28282"/>
    <a:srgbClr val="D7F5CD"/>
    <a:srgbClr val="FCDCBF"/>
    <a:srgbClr val="BFE7FF"/>
    <a:srgbClr val="FFCFE7"/>
    <a:srgbClr val="FED67F"/>
    <a:srgbClr val="5F5F5F"/>
    <a:srgbClr val="FFF2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napVertSplitter="1" vertBarState="minimized" horzBarState="maximized">
    <p:restoredLeft sz="11134" autoAdjust="0"/>
    <p:restoredTop sz="94660"/>
  </p:normalViewPr>
  <p:slideViewPr>
    <p:cSldViewPr snapToGrid="0">
      <p:cViewPr>
        <p:scale>
          <a:sx n="50" d="100"/>
          <a:sy n="50" d="100"/>
        </p:scale>
        <p:origin x="1032" y="-6552"/>
      </p:cViewPr>
      <p:guideLst>
        <p:guide orient="horz" pos="10318"/>
        <p:guide pos="6761"/>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3"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bleStyles" Target="tableStyles.xml"/><Relationship Id="rId5" Type="http://schemas.openxmlformats.org/officeDocument/2006/relationships/theme" Target="theme/theme1.xml"/><Relationship Id="rId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619965" y="5361362"/>
            <a:ext cx="18359596" cy="11405211"/>
          </a:xfrm>
        </p:spPr>
        <p:txBody>
          <a:bodyPr anchor="b"/>
          <a:lstStyle>
            <a:lvl1pPr algn="ctr">
              <a:defRPr sz="14173"/>
            </a:lvl1pPr>
          </a:lstStyle>
          <a:p>
            <a:r>
              <a:rPr lang="en-US"/>
              <a:t>Click to edit Master title style</a:t>
            </a:r>
            <a:endParaRPr lang="en-US" dirty="0"/>
          </a:p>
        </p:txBody>
      </p:sp>
      <p:sp>
        <p:nvSpPr>
          <p:cNvPr id="3" name="Subtitle 2"/>
          <p:cNvSpPr>
            <a:spLocks noGrp="1"/>
          </p:cNvSpPr>
          <p:nvPr>
            <p:ph type="subTitle" idx="1"/>
          </p:nvPr>
        </p:nvSpPr>
        <p:spPr>
          <a:xfrm>
            <a:off x="2699941" y="17206402"/>
            <a:ext cx="16199644" cy="7909330"/>
          </a:xfrm>
        </p:spPr>
        <p:txBody>
          <a:bodyPr/>
          <a:lstStyle>
            <a:lvl1pPr marL="0" indent="0" algn="ctr">
              <a:buNone/>
              <a:defRPr sz="5669"/>
            </a:lvl1pPr>
            <a:lvl2pPr marL="1079998" indent="0" algn="ctr">
              <a:buNone/>
              <a:defRPr sz="4724"/>
            </a:lvl2pPr>
            <a:lvl3pPr marL="2159996" indent="0" algn="ctr">
              <a:buNone/>
              <a:defRPr sz="4252"/>
            </a:lvl3pPr>
            <a:lvl4pPr marL="3239994" indent="0" algn="ctr">
              <a:buNone/>
              <a:defRPr sz="3780"/>
            </a:lvl4pPr>
            <a:lvl5pPr marL="4319991" indent="0" algn="ctr">
              <a:buNone/>
              <a:defRPr sz="3780"/>
            </a:lvl5pPr>
            <a:lvl6pPr marL="5399989" indent="0" algn="ctr">
              <a:buNone/>
              <a:defRPr sz="3780"/>
            </a:lvl6pPr>
            <a:lvl7pPr marL="6479987" indent="0" algn="ctr">
              <a:buNone/>
              <a:defRPr sz="3780"/>
            </a:lvl7pPr>
            <a:lvl8pPr marL="7559985" indent="0" algn="ctr">
              <a:buNone/>
              <a:defRPr sz="3780"/>
            </a:lvl8pPr>
            <a:lvl9pPr marL="8639983" indent="0" algn="ctr">
              <a:buNone/>
              <a:defRPr sz="378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3E22DA87-17A3-43A0-B86E-2FCFB6EFBC32}" type="datetimeFigureOut">
              <a:rPr lang="en-IN" smtClean="0"/>
              <a:t>04-04-2024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F033070-D223-4E7B-BBE1-DD4C7F7A138D}" type="slidenum">
              <a:rPr lang="en-IN" smtClean="0"/>
              <a:t>‹#›</a:t>
            </a:fld>
            <a:endParaRPr lang="en-IN"/>
          </a:p>
        </p:txBody>
      </p:sp>
    </p:spTree>
    <p:extLst>
      <p:ext uri="{BB962C8B-B14F-4D97-AF65-F5344CB8AC3E}">
        <p14:creationId xmlns:p14="http://schemas.microsoft.com/office/powerpoint/2010/main" val="22489674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E22DA87-17A3-43A0-B86E-2FCFB6EFBC32}" type="datetimeFigureOut">
              <a:rPr lang="en-IN" smtClean="0"/>
              <a:t>04-04-2024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F033070-D223-4E7B-BBE1-DD4C7F7A138D}" type="slidenum">
              <a:rPr lang="en-IN" smtClean="0"/>
              <a:t>‹#›</a:t>
            </a:fld>
            <a:endParaRPr lang="en-IN"/>
          </a:p>
        </p:txBody>
      </p:sp>
    </p:spTree>
    <p:extLst>
      <p:ext uri="{BB962C8B-B14F-4D97-AF65-F5344CB8AC3E}">
        <p14:creationId xmlns:p14="http://schemas.microsoft.com/office/powerpoint/2010/main" val="325457148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473719" y="8167172"/>
            <a:ext cx="18629590" cy="13627102"/>
          </a:xfrm>
        </p:spPr>
        <p:txBody>
          <a:bodyPr anchor="b"/>
          <a:lstStyle>
            <a:lvl1pPr>
              <a:defRPr sz="14173"/>
            </a:lvl1pPr>
          </a:lstStyle>
          <a:p>
            <a:r>
              <a:rPr lang="en-US"/>
              <a:t>Click to edit Master title style</a:t>
            </a:r>
            <a:endParaRPr lang="en-US" dirty="0"/>
          </a:p>
        </p:txBody>
      </p:sp>
      <p:sp>
        <p:nvSpPr>
          <p:cNvPr id="3" name="Text Placeholder 2"/>
          <p:cNvSpPr>
            <a:spLocks noGrp="1"/>
          </p:cNvSpPr>
          <p:nvPr>
            <p:ph type="body" idx="1"/>
          </p:nvPr>
        </p:nvSpPr>
        <p:spPr>
          <a:xfrm>
            <a:off x="1473719" y="21923192"/>
            <a:ext cx="18629590" cy="7166171"/>
          </a:xfrm>
        </p:spPr>
        <p:txBody>
          <a:bodyPr/>
          <a:lstStyle>
            <a:lvl1pPr marL="0" indent="0">
              <a:buNone/>
              <a:defRPr sz="5669">
                <a:solidFill>
                  <a:schemeClr val="tx1"/>
                </a:solidFill>
              </a:defRPr>
            </a:lvl1pPr>
            <a:lvl2pPr marL="1079998" indent="0">
              <a:buNone/>
              <a:defRPr sz="4724">
                <a:solidFill>
                  <a:schemeClr val="tx1">
                    <a:tint val="75000"/>
                  </a:schemeClr>
                </a:solidFill>
              </a:defRPr>
            </a:lvl2pPr>
            <a:lvl3pPr marL="2159996" indent="0">
              <a:buNone/>
              <a:defRPr sz="4252">
                <a:solidFill>
                  <a:schemeClr val="tx1">
                    <a:tint val="75000"/>
                  </a:schemeClr>
                </a:solidFill>
              </a:defRPr>
            </a:lvl3pPr>
            <a:lvl4pPr marL="3239994" indent="0">
              <a:buNone/>
              <a:defRPr sz="3780">
                <a:solidFill>
                  <a:schemeClr val="tx1">
                    <a:tint val="75000"/>
                  </a:schemeClr>
                </a:solidFill>
              </a:defRPr>
            </a:lvl4pPr>
            <a:lvl5pPr marL="4319991" indent="0">
              <a:buNone/>
              <a:defRPr sz="3780">
                <a:solidFill>
                  <a:schemeClr val="tx1">
                    <a:tint val="75000"/>
                  </a:schemeClr>
                </a:solidFill>
              </a:defRPr>
            </a:lvl5pPr>
            <a:lvl6pPr marL="5399989" indent="0">
              <a:buNone/>
              <a:defRPr sz="3780">
                <a:solidFill>
                  <a:schemeClr val="tx1">
                    <a:tint val="75000"/>
                  </a:schemeClr>
                </a:solidFill>
              </a:defRPr>
            </a:lvl6pPr>
            <a:lvl7pPr marL="6479987" indent="0">
              <a:buNone/>
              <a:defRPr sz="3780">
                <a:solidFill>
                  <a:schemeClr val="tx1">
                    <a:tint val="75000"/>
                  </a:schemeClr>
                </a:solidFill>
              </a:defRPr>
            </a:lvl7pPr>
            <a:lvl8pPr marL="7559985" indent="0">
              <a:buNone/>
              <a:defRPr sz="3780">
                <a:solidFill>
                  <a:schemeClr val="tx1">
                    <a:tint val="75000"/>
                  </a:schemeClr>
                </a:solidFill>
              </a:defRPr>
            </a:lvl8pPr>
            <a:lvl9pPr marL="8639983" indent="0">
              <a:buNone/>
              <a:defRPr sz="378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3E22DA87-17A3-43A0-B86E-2FCFB6EFBC32}" type="datetimeFigureOut">
              <a:rPr lang="en-IN" smtClean="0"/>
              <a:t>04-04-2024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F033070-D223-4E7B-BBE1-DD4C7F7A138D}" type="slidenum">
              <a:rPr lang="en-IN" smtClean="0"/>
              <a:t>‹#›</a:t>
            </a:fld>
            <a:endParaRPr lang="en-IN"/>
          </a:p>
        </p:txBody>
      </p:sp>
    </p:spTree>
    <p:extLst>
      <p:ext uri="{BB962C8B-B14F-4D97-AF65-F5344CB8AC3E}">
        <p14:creationId xmlns:p14="http://schemas.microsoft.com/office/powerpoint/2010/main" val="310346405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484967" y="8720740"/>
            <a:ext cx="9179798" cy="20785697"/>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10934760" y="8720740"/>
            <a:ext cx="9179798" cy="20785697"/>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3E22DA87-17A3-43A0-B86E-2FCFB6EFBC32}" type="datetimeFigureOut">
              <a:rPr lang="en-IN" smtClean="0"/>
              <a:t>04-04-2024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4F033070-D223-4E7B-BBE1-DD4C7F7A138D}" type="slidenum">
              <a:rPr lang="en-IN" smtClean="0"/>
              <a:t>‹#›</a:t>
            </a:fld>
            <a:endParaRPr lang="en-IN"/>
          </a:p>
        </p:txBody>
      </p:sp>
    </p:spTree>
    <p:extLst>
      <p:ext uri="{BB962C8B-B14F-4D97-AF65-F5344CB8AC3E}">
        <p14:creationId xmlns:p14="http://schemas.microsoft.com/office/powerpoint/2010/main" val="290110752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487781" y="1744155"/>
            <a:ext cx="18629590" cy="6332018"/>
          </a:xfrm>
        </p:spPr>
        <p:txBody>
          <a:bodyPr/>
          <a:lstStyle/>
          <a:p>
            <a:r>
              <a:rPr lang="en-US"/>
              <a:t>Click to edit Master title style</a:t>
            </a:r>
            <a:endParaRPr lang="en-US" dirty="0"/>
          </a:p>
        </p:txBody>
      </p:sp>
      <p:sp>
        <p:nvSpPr>
          <p:cNvPr id="3" name="Text Placeholder 2"/>
          <p:cNvSpPr>
            <a:spLocks noGrp="1"/>
          </p:cNvSpPr>
          <p:nvPr>
            <p:ph type="body" idx="1"/>
          </p:nvPr>
        </p:nvSpPr>
        <p:spPr>
          <a:xfrm>
            <a:off x="1487783" y="8030666"/>
            <a:ext cx="9137610" cy="3935706"/>
          </a:xfrm>
        </p:spPr>
        <p:txBody>
          <a:bodyPr anchor="b"/>
          <a:lstStyle>
            <a:lvl1pPr marL="0" indent="0">
              <a:buNone/>
              <a:defRPr sz="5669" b="1"/>
            </a:lvl1pPr>
            <a:lvl2pPr marL="1079998" indent="0">
              <a:buNone/>
              <a:defRPr sz="4724" b="1"/>
            </a:lvl2pPr>
            <a:lvl3pPr marL="2159996" indent="0">
              <a:buNone/>
              <a:defRPr sz="4252" b="1"/>
            </a:lvl3pPr>
            <a:lvl4pPr marL="3239994" indent="0">
              <a:buNone/>
              <a:defRPr sz="3780" b="1"/>
            </a:lvl4pPr>
            <a:lvl5pPr marL="4319991" indent="0">
              <a:buNone/>
              <a:defRPr sz="3780" b="1"/>
            </a:lvl5pPr>
            <a:lvl6pPr marL="5399989" indent="0">
              <a:buNone/>
              <a:defRPr sz="3780" b="1"/>
            </a:lvl6pPr>
            <a:lvl7pPr marL="6479987" indent="0">
              <a:buNone/>
              <a:defRPr sz="3780" b="1"/>
            </a:lvl7pPr>
            <a:lvl8pPr marL="7559985" indent="0">
              <a:buNone/>
              <a:defRPr sz="3780" b="1"/>
            </a:lvl8pPr>
            <a:lvl9pPr marL="8639983" indent="0">
              <a:buNone/>
              <a:defRPr sz="3780" b="1"/>
            </a:lvl9pPr>
          </a:lstStyle>
          <a:p>
            <a:pPr lvl="0"/>
            <a:r>
              <a:rPr lang="en-US"/>
              <a:t>Edit Master text styles</a:t>
            </a:r>
          </a:p>
        </p:txBody>
      </p:sp>
      <p:sp>
        <p:nvSpPr>
          <p:cNvPr id="4" name="Content Placeholder 3"/>
          <p:cNvSpPr>
            <a:spLocks noGrp="1"/>
          </p:cNvSpPr>
          <p:nvPr>
            <p:ph sz="half" idx="2"/>
          </p:nvPr>
        </p:nvSpPr>
        <p:spPr>
          <a:xfrm>
            <a:off x="1487783" y="11966372"/>
            <a:ext cx="9137610" cy="17600731"/>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10934761" y="8030666"/>
            <a:ext cx="9182611" cy="3935706"/>
          </a:xfrm>
        </p:spPr>
        <p:txBody>
          <a:bodyPr anchor="b"/>
          <a:lstStyle>
            <a:lvl1pPr marL="0" indent="0">
              <a:buNone/>
              <a:defRPr sz="5669" b="1"/>
            </a:lvl1pPr>
            <a:lvl2pPr marL="1079998" indent="0">
              <a:buNone/>
              <a:defRPr sz="4724" b="1"/>
            </a:lvl2pPr>
            <a:lvl3pPr marL="2159996" indent="0">
              <a:buNone/>
              <a:defRPr sz="4252" b="1"/>
            </a:lvl3pPr>
            <a:lvl4pPr marL="3239994" indent="0">
              <a:buNone/>
              <a:defRPr sz="3780" b="1"/>
            </a:lvl4pPr>
            <a:lvl5pPr marL="4319991" indent="0">
              <a:buNone/>
              <a:defRPr sz="3780" b="1"/>
            </a:lvl5pPr>
            <a:lvl6pPr marL="5399989" indent="0">
              <a:buNone/>
              <a:defRPr sz="3780" b="1"/>
            </a:lvl6pPr>
            <a:lvl7pPr marL="6479987" indent="0">
              <a:buNone/>
              <a:defRPr sz="3780" b="1"/>
            </a:lvl7pPr>
            <a:lvl8pPr marL="7559985" indent="0">
              <a:buNone/>
              <a:defRPr sz="3780" b="1"/>
            </a:lvl8pPr>
            <a:lvl9pPr marL="8639983" indent="0">
              <a:buNone/>
              <a:defRPr sz="3780" b="1"/>
            </a:lvl9pPr>
          </a:lstStyle>
          <a:p>
            <a:pPr lvl="0"/>
            <a:r>
              <a:rPr lang="en-US"/>
              <a:t>Edit Master text styles</a:t>
            </a:r>
          </a:p>
        </p:txBody>
      </p:sp>
      <p:sp>
        <p:nvSpPr>
          <p:cNvPr id="6" name="Content Placeholder 5"/>
          <p:cNvSpPr>
            <a:spLocks noGrp="1"/>
          </p:cNvSpPr>
          <p:nvPr>
            <p:ph sz="quarter" idx="4"/>
          </p:nvPr>
        </p:nvSpPr>
        <p:spPr>
          <a:xfrm>
            <a:off x="10934761" y="11966372"/>
            <a:ext cx="9182611" cy="17600731"/>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3E22DA87-17A3-43A0-B86E-2FCFB6EFBC32}" type="datetimeFigureOut">
              <a:rPr lang="en-IN" smtClean="0"/>
              <a:t>04-04-2024</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4F033070-D223-4E7B-BBE1-DD4C7F7A138D}" type="slidenum">
              <a:rPr lang="en-IN" smtClean="0"/>
              <a:t>‹#›</a:t>
            </a:fld>
            <a:endParaRPr lang="en-IN"/>
          </a:p>
        </p:txBody>
      </p:sp>
    </p:spTree>
    <p:extLst>
      <p:ext uri="{BB962C8B-B14F-4D97-AF65-F5344CB8AC3E}">
        <p14:creationId xmlns:p14="http://schemas.microsoft.com/office/powerpoint/2010/main" val="407571641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3E22DA87-17A3-43A0-B86E-2FCFB6EFBC32}" type="datetimeFigureOut">
              <a:rPr lang="en-IN" smtClean="0"/>
              <a:t>04-04-2024</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4F033070-D223-4E7B-BBE1-DD4C7F7A138D}" type="slidenum">
              <a:rPr lang="en-IN" smtClean="0"/>
              <a:t>‹#›</a:t>
            </a:fld>
            <a:endParaRPr lang="en-IN"/>
          </a:p>
        </p:txBody>
      </p:sp>
    </p:spTree>
    <p:extLst>
      <p:ext uri="{BB962C8B-B14F-4D97-AF65-F5344CB8AC3E}">
        <p14:creationId xmlns:p14="http://schemas.microsoft.com/office/powerpoint/2010/main" val="65312119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E22DA87-17A3-43A0-B86E-2FCFB6EFBC32}" type="datetimeFigureOut">
              <a:rPr lang="en-IN" smtClean="0"/>
              <a:t>04-04-2024</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4F033070-D223-4E7B-BBE1-DD4C7F7A138D}" type="slidenum">
              <a:rPr lang="en-IN" smtClean="0"/>
              <a:t>‹#›</a:t>
            </a:fld>
            <a:endParaRPr lang="en-IN"/>
          </a:p>
        </p:txBody>
      </p:sp>
    </p:spTree>
    <p:extLst>
      <p:ext uri="{BB962C8B-B14F-4D97-AF65-F5344CB8AC3E}">
        <p14:creationId xmlns:p14="http://schemas.microsoft.com/office/powerpoint/2010/main" val="199798163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7781" y="2183977"/>
            <a:ext cx="6966409" cy="7643918"/>
          </a:xfrm>
        </p:spPr>
        <p:txBody>
          <a:bodyPr anchor="b"/>
          <a:lstStyle>
            <a:lvl1pPr>
              <a:defRPr sz="7559"/>
            </a:lvl1pPr>
          </a:lstStyle>
          <a:p>
            <a:r>
              <a:rPr lang="en-US"/>
              <a:t>Click to edit Master title style</a:t>
            </a:r>
            <a:endParaRPr lang="en-US" dirty="0"/>
          </a:p>
        </p:txBody>
      </p:sp>
      <p:sp>
        <p:nvSpPr>
          <p:cNvPr id="3" name="Content Placeholder 2"/>
          <p:cNvSpPr>
            <a:spLocks noGrp="1"/>
          </p:cNvSpPr>
          <p:nvPr>
            <p:ph idx="1"/>
          </p:nvPr>
        </p:nvSpPr>
        <p:spPr>
          <a:xfrm>
            <a:off x="9182611" y="4716790"/>
            <a:ext cx="10934760" cy="23280585"/>
          </a:xfrm>
        </p:spPr>
        <p:txBody>
          <a:bodyPr/>
          <a:lstStyle>
            <a:lvl1pPr>
              <a:defRPr sz="7559"/>
            </a:lvl1pPr>
            <a:lvl2pPr>
              <a:defRPr sz="6614"/>
            </a:lvl2pPr>
            <a:lvl3pPr>
              <a:defRPr sz="5669"/>
            </a:lvl3pPr>
            <a:lvl4pPr>
              <a:defRPr sz="4724"/>
            </a:lvl4pPr>
            <a:lvl5pPr>
              <a:defRPr sz="4724"/>
            </a:lvl5pPr>
            <a:lvl6pPr>
              <a:defRPr sz="4724"/>
            </a:lvl6pPr>
            <a:lvl7pPr>
              <a:defRPr sz="4724"/>
            </a:lvl7pPr>
            <a:lvl8pPr>
              <a:defRPr sz="4724"/>
            </a:lvl8pPr>
            <a:lvl9pPr>
              <a:defRPr sz="4724"/>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87781" y="9827895"/>
            <a:ext cx="6966409" cy="18207391"/>
          </a:xfrm>
        </p:spPr>
        <p:txBody>
          <a:bodyPr/>
          <a:lstStyle>
            <a:lvl1pPr marL="0" indent="0">
              <a:buNone/>
              <a:defRPr sz="3780"/>
            </a:lvl1pPr>
            <a:lvl2pPr marL="1079998" indent="0">
              <a:buNone/>
              <a:defRPr sz="3307"/>
            </a:lvl2pPr>
            <a:lvl3pPr marL="2159996" indent="0">
              <a:buNone/>
              <a:defRPr sz="2835"/>
            </a:lvl3pPr>
            <a:lvl4pPr marL="3239994" indent="0">
              <a:buNone/>
              <a:defRPr sz="2362"/>
            </a:lvl4pPr>
            <a:lvl5pPr marL="4319991" indent="0">
              <a:buNone/>
              <a:defRPr sz="2362"/>
            </a:lvl5pPr>
            <a:lvl6pPr marL="5399989" indent="0">
              <a:buNone/>
              <a:defRPr sz="2362"/>
            </a:lvl6pPr>
            <a:lvl7pPr marL="6479987" indent="0">
              <a:buNone/>
              <a:defRPr sz="2362"/>
            </a:lvl7pPr>
            <a:lvl8pPr marL="7559985" indent="0">
              <a:buNone/>
              <a:defRPr sz="2362"/>
            </a:lvl8pPr>
            <a:lvl9pPr marL="8639983" indent="0">
              <a:buNone/>
              <a:defRPr sz="2362"/>
            </a:lvl9pPr>
          </a:lstStyle>
          <a:p>
            <a:pPr lvl="0"/>
            <a:r>
              <a:rPr lang="en-US"/>
              <a:t>Edit Master text styles</a:t>
            </a:r>
          </a:p>
        </p:txBody>
      </p:sp>
      <p:sp>
        <p:nvSpPr>
          <p:cNvPr id="5" name="Date Placeholder 4"/>
          <p:cNvSpPr>
            <a:spLocks noGrp="1"/>
          </p:cNvSpPr>
          <p:nvPr>
            <p:ph type="dt" sz="half" idx="10"/>
          </p:nvPr>
        </p:nvSpPr>
        <p:spPr/>
        <p:txBody>
          <a:bodyPr/>
          <a:lstStyle/>
          <a:p>
            <a:fld id="{3E22DA87-17A3-43A0-B86E-2FCFB6EFBC32}" type="datetimeFigureOut">
              <a:rPr lang="en-IN" smtClean="0"/>
              <a:t>04-04-2024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4F033070-D223-4E7B-BBE1-DD4C7F7A138D}" type="slidenum">
              <a:rPr lang="en-IN" smtClean="0"/>
              <a:t>‹#›</a:t>
            </a:fld>
            <a:endParaRPr lang="en-IN"/>
          </a:p>
        </p:txBody>
      </p:sp>
    </p:spTree>
    <p:extLst>
      <p:ext uri="{BB962C8B-B14F-4D97-AF65-F5344CB8AC3E}">
        <p14:creationId xmlns:p14="http://schemas.microsoft.com/office/powerpoint/2010/main" val="47479279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7781" y="2183977"/>
            <a:ext cx="6966409" cy="7643918"/>
          </a:xfrm>
        </p:spPr>
        <p:txBody>
          <a:bodyPr anchor="b"/>
          <a:lstStyle>
            <a:lvl1pPr>
              <a:defRPr sz="7559"/>
            </a:lvl1pPr>
          </a:lstStyle>
          <a:p>
            <a:r>
              <a:rPr lang="en-US"/>
              <a:t>Click to edit Master title style</a:t>
            </a:r>
            <a:endParaRPr lang="en-US" dirty="0"/>
          </a:p>
        </p:txBody>
      </p:sp>
      <p:sp>
        <p:nvSpPr>
          <p:cNvPr id="3" name="Picture Placeholder 2"/>
          <p:cNvSpPr>
            <a:spLocks noGrp="1" noChangeAspect="1"/>
          </p:cNvSpPr>
          <p:nvPr>
            <p:ph type="pic" idx="1"/>
          </p:nvPr>
        </p:nvSpPr>
        <p:spPr>
          <a:xfrm>
            <a:off x="9182611" y="4716790"/>
            <a:ext cx="10934760" cy="23280585"/>
          </a:xfrm>
        </p:spPr>
        <p:txBody>
          <a:bodyPr anchor="t"/>
          <a:lstStyle>
            <a:lvl1pPr marL="0" indent="0">
              <a:buNone/>
              <a:defRPr sz="7559"/>
            </a:lvl1pPr>
            <a:lvl2pPr marL="1079998" indent="0">
              <a:buNone/>
              <a:defRPr sz="6614"/>
            </a:lvl2pPr>
            <a:lvl3pPr marL="2159996" indent="0">
              <a:buNone/>
              <a:defRPr sz="5669"/>
            </a:lvl3pPr>
            <a:lvl4pPr marL="3239994" indent="0">
              <a:buNone/>
              <a:defRPr sz="4724"/>
            </a:lvl4pPr>
            <a:lvl5pPr marL="4319991" indent="0">
              <a:buNone/>
              <a:defRPr sz="4724"/>
            </a:lvl5pPr>
            <a:lvl6pPr marL="5399989" indent="0">
              <a:buNone/>
              <a:defRPr sz="4724"/>
            </a:lvl6pPr>
            <a:lvl7pPr marL="6479987" indent="0">
              <a:buNone/>
              <a:defRPr sz="4724"/>
            </a:lvl7pPr>
            <a:lvl8pPr marL="7559985" indent="0">
              <a:buNone/>
              <a:defRPr sz="4724"/>
            </a:lvl8pPr>
            <a:lvl9pPr marL="8639983" indent="0">
              <a:buNone/>
              <a:defRPr sz="4724"/>
            </a:lvl9pPr>
          </a:lstStyle>
          <a:p>
            <a:r>
              <a:rPr lang="en-US"/>
              <a:t>Click icon to add picture</a:t>
            </a:r>
            <a:endParaRPr lang="en-US" dirty="0"/>
          </a:p>
        </p:txBody>
      </p:sp>
      <p:sp>
        <p:nvSpPr>
          <p:cNvPr id="4" name="Text Placeholder 3"/>
          <p:cNvSpPr>
            <a:spLocks noGrp="1"/>
          </p:cNvSpPr>
          <p:nvPr>
            <p:ph type="body" sz="half" idx="2"/>
          </p:nvPr>
        </p:nvSpPr>
        <p:spPr>
          <a:xfrm>
            <a:off x="1487781" y="9827895"/>
            <a:ext cx="6966409" cy="18207391"/>
          </a:xfrm>
        </p:spPr>
        <p:txBody>
          <a:bodyPr/>
          <a:lstStyle>
            <a:lvl1pPr marL="0" indent="0">
              <a:buNone/>
              <a:defRPr sz="3780"/>
            </a:lvl1pPr>
            <a:lvl2pPr marL="1079998" indent="0">
              <a:buNone/>
              <a:defRPr sz="3307"/>
            </a:lvl2pPr>
            <a:lvl3pPr marL="2159996" indent="0">
              <a:buNone/>
              <a:defRPr sz="2835"/>
            </a:lvl3pPr>
            <a:lvl4pPr marL="3239994" indent="0">
              <a:buNone/>
              <a:defRPr sz="2362"/>
            </a:lvl4pPr>
            <a:lvl5pPr marL="4319991" indent="0">
              <a:buNone/>
              <a:defRPr sz="2362"/>
            </a:lvl5pPr>
            <a:lvl6pPr marL="5399989" indent="0">
              <a:buNone/>
              <a:defRPr sz="2362"/>
            </a:lvl6pPr>
            <a:lvl7pPr marL="6479987" indent="0">
              <a:buNone/>
              <a:defRPr sz="2362"/>
            </a:lvl7pPr>
            <a:lvl8pPr marL="7559985" indent="0">
              <a:buNone/>
              <a:defRPr sz="2362"/>
            </a:lvl8pPr>
            <a:lvl9pPr marL="8639983" indent="0">
              <a:buNone/>
              <a:defRPr sz="2362"/>
            </a:lvl9pPr>
          </a:lstStyle>
          <a:p>
            <a:pPr lvl="0"/>
            <a:r>
              <a:rPr lang="en-US"/>
              <a:t>Edit Master text styles</a:t>
            </a:r>
          </a:p>
        </p:txBody>
      </p:sp>
      <p:sp>
        <p:nvSpPr>
          <p:cNvPr id="5" name="Date Placeholder 4"/>
          <p:cNvSpPr>
            <a:spLocks noGrp="1"/>
          </p:cNvSpPr>
          <p:nvPr>
            <p:ph type="dt" sz="half" idx="10"/>
          </p:nvPr>
        </p:nvSpPr>
        <p:spPr/>
        <p:txBody>
          <a:bodyPr/>
          <a:lstStyle/>
          <a:p>
            <a:fld id="{3E22DA87-17A3-43A0-B86E-2FCFB6EFBC32}" type="datetimeFigureOut">
              <a:rPr lang="en-IN" smtClean="0"/>
              <a:t>04-04-2024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4F033070-D223-4E7B-BBE1-DD4C7F7A138D}" type="slidenum">
              <a:rPr lang="en-IN" smtClean="0"/>
              <a:t>‹#›</a:t>
            </a:fld>
            <a:endParaRPr lang="en-IN"/>
          </a:p>
        </p:txBody>
      </p:sp>
    </p:spTree>
    <p:extLst>
      <p:ext uri="{BB962C8B-B14F-4D97-AF65-F5344CB8AC3E}">
        <p14:creationId xmlns:p14="http://schemas.microsoft.com/office/powerpoint/2010/main" val="8274406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E22DA87-17A3-43A0-B86E-2FCFB6EFBC32}" type="datetimeFigureOut">
              <a:rPr lang="en-IN" smtClean="0"/>
              <a:t>04-04-2024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F033070-D223-4E7B-BBE1-DD4C7F7A138D}" type="slidenum">
              <a:rPr lang="en-IN" smtClean="0"/>
              <a:t>‹#›</a:t>
            </a:fld>
            <a:endParaRPr lang="en-IN"/>
          </a:p>
        </p:txBody>
      </p:sp>
    </p:spTree>
    <p:extLst>
      <p:ext uri="{BB962C8B-B14F-4D97-AF65-F5344CB8AC3E}">
        <p14:creationId xmlns:p14="http://schemas.microsoft.com/office/powerpoint/2010/main" val="45089906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5457161" y="1744148"/>
            <a:ext cx="4657398" cy="27762289"/>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484968" y="1744148"/>
            <a:ext cx="13702199" cy="27762289"/>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E22DA87-17A3-43A0-B86E-2FCFB6EFBC32}" type="datetimeFigureOut">
              <a:rPr lang="en-IN" smtClean="0"/>
              <a:t>04-04-2024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F033070-D223-4E7B-BBE1-DD4C7F7A138D}" type="slidenum">
              <a:rPr lang="en-IN" smtClean="0"/>
              <a:t>‹#›</a:t>
            </a:fld>
            <a:endParaRPr lang="en-IN"/>
          </a:p>
        </p:txBody>
      </p:sp>
    </p:spTree>
    <p:extLst>
      <p:ext uri="{BB962C8B-B14F-4D97-AF65-F5344CB8AC3E}">
        <p14:creationId xmlns:p14="http://schemas.microsoft.com/office/powerpoint/2010/main" val="148932468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484968" y="1744155"/>
            <a:ext cx="18629590" cy="6332018"/>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484968" y="8720740"/>
            <a:ext cx="18629590" cy="20785697"/>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484967" y="30363349"/>
            <a:ext cx="4859893" cy="1744148"/>
          </a:xfrm>
          <a:prstGeom prst="rect">
            <a:avLst/>
          </a:prstGeom>
        </p:spPr>
        <p:txBody>
          <a:bodyPr vert="horz" lIns="91440" tIns="45720" rIns="91440" bIns="45720" rtlCol="0" anchor="ctr"/>
          <a:lstStyle>
            <a:lvl1pPr algn="l">
              <a:defRPr sz="2835">
                <a:solidFill>
                  <a:schemeClr val="tx1">
                    <a:tint val="75000"/>
                  </a:schemeClr>
                </a:solidFill>
              </a:defRPr>
            </a:lvl1pPr>
          </a:lstStyle>
          <a:p>
            <a:fld id="{3E22DA87-17A3-43A0-B86E-2FCFB6EFBC32}" type="datetimeFigureOut">
              <a:rPr lang="en-IN" smtClean="0"/>
              <a:t>04-04-2024</a:t>
            </a:fld>
            <a:endParaRPr lang="en-IN"/>
          </a:p>
        </p:txBody>
      </p:sp>
      <p:sp>
        <p:nvSpPr>
          <p:cNvPr id="5" name="Footer Placeholder 4"/>
          <p:cNvSpPr>
            <a:spLocks noGrp="1"/>
          </p:cNvSpPr>
          <p:nvPr>
            <p:ph type="ftr" sz="quarter" idx="3"/>
          </p:nvPr>
        </p:nvSpPr>
        <p:spPr>
          <a:xfrm>
            <a:off x="7154843" y="30363349"/>
            <a:ext cx="7289840" cy="1744148"/>
          </a:xfrm>
          <a:prstGeom prst="rect">
            <a:avLst/>
          </a:prstGeom>
        </p:spPr>
        <p:txBody>
          <a:bodyPr vert="horz" lIns="91440" tIns="45720" rIns="91440" bIns="45720" rtlCol="0" anchor="ctr"/>
          <a:lstStyle>
            <a:lvl1pPr algn="ctr">
              <a:defRPr sz="2835">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15254665" y="30363349"/>
            <a:ext cx="4859893" cy="1744148"/>
          </a:xfrm>
          <a:prstGeom prst="rect">
            <a:avLst/>
          </a:prstGeom>
        </p:spPr>
        <p:txBody>
          <a:bodyPr vert="horz" lIns="91440" tIns="45720" rIns="91440" bIns="45720" rtlCol="0" anchor="ctr"/>
          <a:lstStyle>
            <a:lvl1pPr algn="r">
              <a:defRPr sz="2835">
                <a:solidFill>
                  <a:schemeClr val="tx1">
                    <a:tint val="75000"/>
                  </a:schemeClr>
                </a:solidFill>
              </a:defRPr>
            </a:lvl1pPr>
          </a:lstStyle>
          <a:p>
            <a:fld id="{4F033070-D223-4E7B-BBE1-DD4C7F7A138D}" type="slidenum">
              <a:rPr lang="en-IN" smtClean="0"/>
              <a:t>‹#›</a:t>
            </a:fld>
            <a:endParaRPr lang="en-IN"/>
          </a:p>
        </p:txBody>
      </p:sp>
    </p:spTree>
    <p:extLst>
      <p:ext uri="{BB962C8B-B14F-4D97-AF65-F5344CB8AC3E}">
        <p14:creationId xmlns:p14="http://schemas.microsoft.com/office/powerpoint/2010/main" val="200559754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2159996" rtl="0" eaLnBrk="1" latinLnBrk="0" hangingPunct="1">
        <a:lnSpc>
          <a:spcPct val="90000"/>
        </a:lnSpc>
        <a:spcBef>
          <a:spcPct val="0"/>
        </a:spcBef>
        <a:buNone/>
        <a:defRPr sz="10394" kern="1200">
          <a:solidFill>
            <a:schemeClr val="tx1"/>
          </a:solidFill>
          <a:latin typeface="+mj-lt"/>
          <a:ea typeface="+mj-ea"/>
          <a:cs typeface="+mj-cs"/>
        </a:defRPr>
      </a:lvl1pPr>
    </p:titleStyle>
    <p:bodyStyle>
      <a:lvl1pPr marL="539999" indent="-539999" algn="l" defTabSz="2159996" rtl="0" eaLnBrk="1" latinLnBrk="0" hangingPunct="1">
        <a:lnSpc>
          <a:spcPct val="90000"/>
        </a:lnSpc>
        <a:spcBef>
          <a:spcPts val="2362"/>
        </a:spcBef>
        <a:buFont typeface="Arial" panose="020B0604020202020204" pitchFamily="34" charset="0"/>
        <a:buChar char="•"/>
        <a:defRPr sz="6614" kern="1200">
          <a:solidFill>
            <a:schemeClr val="tx1"/>
          </a:solidFill>
          <a:latin typeface="+mn-lt"/>
          <a:ea typeface="+mn-ea"/>
          <a:cs typeface="+mn-cs"/>
        </a:defRPr>
      </a:lvl1pPr>
      <a:lvl2pPr marL="1619997" indent="-539999" algn="l" defTabSz="2159996" rtl="0" eaLnBrk="1" latinLnBrk="0" hangingPunct="1">
        <a:lnSpc>
          <a:spcPct val="90000"/>
        </a:lnSpc>
        <a:spcBef>
          <a:spcPts val="1181"/>
        </a:spcBef>
        <a:buFont typeface="Arial" panose="020B0604020202020204" pitchFamily="34" charset="0"/>
        <a:buChar char="•"/>
        <a:defRPr sz="5669" kern="1200">
          <a:solidFill>
            <a:schemeClr val="tx1"/>
          </a:solidFill>
          <a:latin typeface="+mn-lt"/>
          <a:ea typeface="+mn-ea"/>
          <a:cs typeface="+mn-cs"/>
        </a:defRPr>
      </a:lvl2pPr>
      <a:lvl3pPr marL="2699995" indent="-539999" algn="l" defTabSz="2159996" rtl="0" eaLnBrk="1" latinLnBrk="0" hangingPunct="1">
        <a:lnSpc>
          <a:spcPct val="90000"/>
        </a:lnSpc>
        <a:spcBef>
          <a:spcPts val="1181"/>
        </a:spcBef>
        <a:buFont typeface="Arial" panose="020B0604020202020204" pitchFamily="34" charset="0"/>
        <a:buChar char="•"/>
        <a:defRPr sz="4724" kern="1200">
          <a:solidFill>
            <a:schemeClr val="tx1"/>
          </a:solidFill>
          <a:latin typeface="+mn-lt"/>
          <a:ea typeface="+mn-ea"/>
          <a:cs typeface="+mn-cs"/>
        </a:defRPr>
      </a:lvl3pPr>
      <a:lvl4pPr marL="3779992" indent="-539999" algn="l" defTabSz="2159996" rtl="0" eaLnBrk="1" latinLnBrk="0" hangingPunct="1">
        <a:lnSpc>
          <a:spcPct val="90000"/>
        </a:lnSpc>
        <a:spcBef>
          <a:spcPts val="1181"/>
        </a:spcBef>
        <a:buFont typeface="Arial" panose="020B0604020202020204" pitchFamily="34" charset="0"/>
        <a:buChar char="•"/>
        <a:defRPr sz="4252" kern="1200">
          <a:solidFill>
            <a:schemeClr val="tx1"/>
          </a:solidFill>
          <a:latin typeface="+mn-lt"/>
          <a:ea typeface="+mn-ea"/>
          <a:cs typeface="+mn-cs"/>
        </a:defRPr>
      </a:lvl4pPr>
      <a:lvl5pPr marL="4859990" indent="-539999" algn="l" defTabSz="2159996" rtl="0" eaLnBrk="1" latinLnBrk="0" hangingPunct="1">
        <a:lnSpc>
          <a:spcPct val="90000"/>
        </a:lnSpc>
        <a:spcBef>
          <a:spcPts val="1181"/>
        </a:spcBef>
        <a:buFont typeface="Arial" panose="020B0604020202020204" pitchFamily="34" charset="0"/>
        <a:buChar char="•"/>
        <a:defRPr sz="4252" kern="1200">
          <a:solidFill>
            <a:schemeClr val="tx1"/>
          </a:solidFill>
          <a:latin typeface="+mn-lt"/>
          <a:ea typeface="+mn-ea"/>
          <a:cs typeface="+mn-cs"/>
        </a:defRPr>
      </a:lvl5pPr>
      <a:lvl6pPr marL="5939988" indent="-539999" algn="l" defTabSz="2159996" rtl="0" eaLnBrk="1" latinLnBrk="0" hangingPunct="1">
        <a:lnSpc>
          <a:spcPct val="90000"/>
        </a:lnSpc>
        <a:spcBef>
          <a:spcPts val="1181"/>
        </a:spcBef>
        <a:buFont typeface="Arial" panose="020B0604020202020204" pitchFamily="34" charset="0"/>
        <a:buChar char="•"/>
        <a:defRPr sz="4252" kern="1200">
          <a:solidFill>
            <a:schemeClr val="tx1"/>
          </a:solidFill>
          <a:latin typeface="+mn-lt"/>
          <a:ea typeface="+mn-ea"/>
          <a:cs typeface="+mn-cs"/>
        </a:defRPr>
      </a:lvl6pPr>
      <a:lvl7pPr marL="7019986" indent="-539999" algn="l" defTabSz="2159996" rtl="0" eaLnBrk="1" latinLnBrk="0" hangingPunct="1">
        <a:lnSpc>
          <a:spcPct val="90000"/>
        </a:lnSpc>
        <a:spcBef>
          <a:spcPts val="1181"/>
        </a:spcBef>
        <a:buFont typeface="Arial" panose="020B0604020202020204" pitchFamily="34" charset="0"/>
        <a:buChar char="•"/>
        <a:defRPr sz="4252" kern="1200">
          <a:solidFill>
            <a:schemeClr val="tx1"/>
          </a:solidFill>
          <a:latin typeface="+mn-lt"/>
          <a:ea typeface="+mn-ea"/>
          <a:cs typeface="+mn-cs"/>
        </a:defRPr>
      </a:lvl7pPr>
      <a:lvl8pPr marL="8099984" indent="-539999" algn="l" defTabSz="2159996" rtl="0" eaLnBrk="1" latinLnBrk="0" hangingPunct="1">
        <a:lnSpc>
          <a:spcPct val="90000"/>
        </a:lnSpc>
        <a:spcBef>
          <a:spcPts val="1181"/>
        </a:spcBef>
        <a:buFont typeface="Arial" panose="020B0604020202020204" pitchFamily="34" charset="0"/>
        <a:buChar char="•"/>
        <a:defRPr sz="4252" kern="1200">
          <a:solidFill>
            <a:schemeClr val="tx1"/>
          </a:solidFill>
          <a:latin typeface="+mn-lt"/>
          <a:ea typeface="+mn-ea"/>
          <a:cs typeface="+mn-cs"/>
        </a:defRPr>
      </a:lvl8pPr>
      <a:lvl9pPr marL="9179982" indent="-539999" algn="l" defTabSz="2159996" rtl="0" eaLnBrk="1" latinLnBrk="0" hangingPunct="1">
        <a:lnSpc>
          <a:spcPct val="90000"/>
        </a:lnSpc>
        <a:spcBef>
          <a:spcPts val="1181"/>
        </a:spcBef>
        <a:buFont typeface="Arial" panose="020B0604020202020204" pitchFamily="34" charset="0"/>
        <a:buChar char="•"/>
        <a:defRPr sz="4252" kern="1200">
          <a:solidFill>
            <a:schemeClr val="tx1"/>
          </a:solidFill>
          <a:latin typeface="+mn-lt"/>
          <a:ea typeface="+mn-ea"/>
          <a:cs typeface="+mn-cs"/>
        </a:defRPr>
      </a:lvl9pPr>
    </p:bodyStyle>
    <p:otherStyle>
      <a:defPPr>
        <a:defRPr lang="en-US"/>
      </a:defPPr>
      <a:lvl1pPr marL="0" algn="l" defTabSz="2159996" rtl="0" eaLnBrk="1" latinLnBrk="0" hangingPunct="1">
        <a:defRPr sz="4252" kern="1200">
          <a:solidFill>
            <a:schemeClr val="tx1"/>
          </a:solidFill>
          <a:latin typeface="+mn-lt"/>
          <a:ea typeface="+mn-ea"/>
          <a:cs typeface="+mn-cs"/>
        </a:defRPr>
      </a:lvl1pPr>
      <a:lvl2pPr marL="1079998" algn="l" defTabSz="2159996" rtl="0" eaLnBrk="1" latinLnBrk="0" hangingPunct="1">
        <a:defRPr sz="4252" kern="1200">
          <a:solidFill>
            <a:schemeClr val="tx1"/>
          </a:solidFill>
          <a:latin typeface="+mn-lt"/>
          <a:ea typeface="+mn-ea"/>
          <a:cs typeface="+mn-cs"/>
        </a:defRPr>
      </a:lvl2pPr>
      <a:lvl3pPr marL="2159996" algn="l" defTabSz="2159996" rtl="0" eaLnBrk="1" latinLnBrk="0" hangingPunct="1">
        <a:defRPr sz="4252" kern="1200">
          <a:solidFill>
            <a:schemeClr val="tx1"/>
          </a:solidFill>
          <a:latin typeface="+mn-lt"/>
          <a:ea typeface="+mn-ea"/>
          <a:cs typeface="+mn-cs"/>
        </a:defRPr>
      </a:lvl3pPr>
      <a:lvl4pPr marL="3239994" algn="l" defTabSz="2159996" rtl="0" eaLnBrk="1" latinLnBrk="0" hangingPunct="1">
        <a:defRPr sz="4252" kern="1200">
          <a:solidFill>
            <a:schemeClr val="tx1"/>
          </a:solidFill>
          <a:latin typeface="+mn-lt"/>
          <a:ea typeface="+mn-ea"/>
          <a:cs typeface="+mn-cs"/>
        </a:defRPr>
      </a:lvl4pPr>
      <a:lvl5pPr marL="4319991" algn="l" defTabSz="2159996" rtl="0" eaLnBrk="1" latinLnBrk="0" hangingPunct="1">
        <a:defRPr sz="4252" kern="1200">
          <a:solidFill>
            <a:schemeClr val="tx1"/>
          </a:solidFill>
          <a:latin typeface="+mn-lt"/>
          <a:ea typeface="+mn-ea"/>
          <a:cs typeface="+mn-cs"/>
        </a:defRPr>
      </a:lvl5pPr>
      <a:lvl6pPr marL="5399989" algn="l" defTabSz="2159996" rtl="0" eaLnBrk="1" latinLnBrk="0" hangingPunct="1">
        <a:defRPr sz="4252" kern="1200">
          <a:solidFill>
            <a:schemeClr val="tx1"/>
          </a:solidFill>
          <a:latin typeface="+mn-lt"/>
          <a:ea typeface="+mn-ea"/>
          <a:cs typeface="+mn-cs"/>
        </a:defRPr>
      </a:lvl6pPr>
      <a:lvl7pPr marL="6479987" algn="l" defTabSz="2159996" rtl="0" eaLnBrk="1" latinLnBrk="0" hangingPunct="1">
        <a:defRPr sz="4252" kern="1200">
          <a:solidFill>
            <a:schemeClr val="tx1"/>
          </a:solidFill>
          <a:latin typeface="+mn-lt"/>
          <a:ea typeface="+mn-ea"/>
          <a:cs typeface="+mn-cs"/>
        </a:defRPr>
      </a:lvl7pPr>
      <a:lvl8pPr marL="7559985" algn="l" defTabSz="2159996" rtl="0" eaLnBrk="1" latinLnBrk="0" hangingPunct="1">
        <a:defRPr sz="4252" kern="1200">
          <a:solidFill>
            <a:schemeClr val="tx1"/>
          </a:solidFill>
          <a:latin typeface="+mn-lt"/>
          <a:ea typeface="+mn-ea"/>
          <a:cs typeface="+mn-cs"/>
        </a:defRPr>
      </a:lvl8pPr>
      <a:lvl9pPr marL="8639983" algn="l" defTabSz="2159996" rtl="0" eaLnBrk="1" latinLnBrk="0" hangingPunct="1">
        <a:defRPr sz="4252"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2911" y="3974123"/>
            <a:ext cx="21625346" cy="6074795"/>
          </a:xfrm>
          <a:prstGeom prst="rect">
            <a:avLst/>
          </a:prstGeom>
          <a:solidFill>
            <a:srgbClr val="FED67F"/>
          </a:solidFill>
          <a:ln>
            <a:noFill/>
          </a:ln>
        </p:spPr>
        <p:style>
          <a:lnRef idx="3">
            <a:schemeClr val="lt1"/>
          </a:lnRef>
          <a:fillRef idx="1">
            <a:schemeClr val="accent4"/>
          </a:fillRef>
          <a:effectRef idx="1">
            <a:schemeClr val="accent4"/>
          </a:effectRef>
          <a:fontRef idx="minor">
            <a:schemeClr val="lt1"/>
          </a:fontRef>
        </p:style>
        <p:txBody>
          <a:bodyPr rtlCol="0" anchor="ctr"/>
          <a:lstStyle/>
          <a:p>
            <a:pPr algn="ctr"/>
            <a:endParaRPr lang="en-IN" sz="1791"/>
          </a:p>
        </p:txBody>
      </p:sp>
      <p:sp>
        <p:nvSpPr>
          <p:cNvPr id="5" name="Rectangle 4"/>
          <p:cNvSpPr/>
          <p:nvPr/>
        </p:nvSpPr>
        <p:spPr>
          <a:xfrm>
            <a:off x="0" y="9966289"/>
            <a:ext cx="21599525" cy="5796133"/>
          </a:xfrm>
          <a:prstGeom prst="rect">
            <a:avLst/>
          </a:prstGeom>
          <a:solidFill>
            <a:srgbClr val="BFE7FF"/>
          </a:solidFill>
          <a:ln>
            <a:noFill/>
          </a:ln>
        </p:spPr>
        <p:style>
          <a:lnRef idx="3">
            <a:schemeClr val="lt1"/>
          </a:lnRef>
          <a:fillRef idx="1">
            <a:schemeClr val="accent4"/>
          </a:fillRef>
          <a:effectRef idx="1">
            <a:schemeClr val="accent4"/>
          </a:effectRef>
          <a:fontRef idx="minor">
            <a:schemeClr val="lt1"/>
          </a:fontRef>
        </p:style>
        <p:txBody>
          <a:bodyPr rtlCol="0" anchor="ctr"/>
          <a:lstStyle/>
          <a:p>
            <a:pPr algn="ctr"/>
            <a:endParaRPr lang="en-IN" sz="1791" dirty="0"/>
          </a:p>
        </p:txBody>
      </p:sp>
      <p:sp>
        <p:nvSpPr>
          <p:cNvPr id="6" name="Rectangle 5"/>
          <p:cNvSpPr/>
          <p:nvPr/>
        </p:nvSpPr>
        <p:spPr>
          <a:xfrm>
            <a:off x="-12911" y="15729892"/>
            <a:ext cx="21612436" cy="6680802"/>
          </a:xfrm>
          <a:prstGeom prst="rect">
            <a:avLst/>
          </a:prstGeom>
          <a:solidFill>
            <a:srgbClr val="FFCFE7"/>
          </a:solidFill>
          <a:ln>
            <a:noFill/>
          </a:ln>
        </p:spPr>
        <p:style>
          <a:lnRef idx="3">
            <a:schemeClr val="lt1"/>
          </a:lnRef>
          <a:fillRef idx="1">
            <a:schemeClr val="accent4"/>
          </a:fillRef>
          <a:effectRef idx="1">
            <a:schemeClr val="accent4"/>
          </a:effectRef>
          <a:fontRef idx="minor">
            <a:schemeClr val="lt1"/>
          </a:fontRef>
        </p:style>
        <p:txBody>
          <a:bodyPr rtlCol="0" anchor="ctr"/>
          <a:lstStyle/>
          <a:p>
            <a:pPr algn="ctr"/>
            <a:endParaRPr lang="en-US" altLang="en-IN" sz="1990" dirty="0">
              <a:latin typeface="Times New Roman" panose="02020603050405020304" pitchFamily="18" charset="0"/>
              <a:cs typeface="Times New Roman" panose="02020603050405020304" pitchFamily="18" charset="0"/>
            </a:endParaRPr>
          </a:p>
        </p:txBody>
      </p:sp>
      <p:sp>
        <p:nvSpPr>
          <p:cNvPr id="7" name="Rectangle 6"/>
          <p:cNvSpPr/>
          <p:nvPr/>
        </p:nvSpPr>
        <p:spPr>
          <a:xfrm>
            <a:off x="-12911" y="22410996"/>
            <a:ext cx="21612436" cy="5352512"/>
          </a:xfrm>
          <a:prstGeom prst="rect">
            <a:avLst/>
          </a:prstGeom>
          <a:solidFill>
            <a:srgbClr val="FCDCBF"/>
          </a:solidFill>
          <a:ln>
            <a:noFill/>
          </a:ln>
        </p:spPr>
        <p:style>
          <a:lnRef idx="3">
            <a:schemeClr val="lt1"/>
          </a:lnRef>
          <a:fillRef idx="1">
            <a:schemeClr val="accent4"/>
          </a:fillRef>
          <a:effectRef idx="1">
            <a:schemeClr val="accent4"/>
          </a:effectRef>
          <a:fontRef idx="minor">
            <a:schemeClr val="lt1"/>
          </a:fontRef>
        </p:style>
        <p:txBody>
          <a:bodyPr rtlCol="0" anchor="ctr"/>
          <a:lstStyle/>
          <a:p>
            <a:pPr algn="ctr"/>
            <a:endParaRPr lang="en-IN" sz="1791"/>
          </a:p>
        </p:txBody>
      </p:sp>
      <p:sp>
        <p:nvSpPr>
          <p:cNvPr id="8" name="Rectangle 7"/>
          <p:cNvSpPr/>
          <p:nvPr/>
        </p:nvSpPr>
        <p:spPr>
          <a:xfrm>
            <a:off x="-12911" y="27752473"/>
            <a:ext cx="21670008" cy="5007177"/>
          </a:xfrm>
          <a:prstGeom prst="rect">
            <a:avLst/>
          </a:prstGeom>
          <a:solidFill>
            <a:srgbClr val="D7F5CD"/>
          </a:solidFill>
          <a:ln>
            <a:noFill/>
          </a:ln>
        </p:spPr>
        <p:style>
          <a:lnRef idx="3">
            <a:schemeClr val="lt1"/>
          </a:lnRef>
          <a:fillRef idx="1">
            <a:schemeClr val="accent4"/>
          </a:fillRef>
          <a:effectRef idx="1">
            <a:schemeClr val="accent4"/>
          </a:effectRef>
          <a:fontRef idx="minor">
            <a:schemeClr val="lt1"/>
          </a:fontRef>
        </p:style>
        <p:txBody>
          <a:bodyPr rtlCol="0" anchor="ctr"/>
          <a:lstStyle/>
          <a:p>
            <a:pPr algn="ctr"/>
            <a:endParaRPr lang="en-IN" sz="1791"/>
          </a:p>
        </p:txBody>
      </p:sp>
      <p:sp>
        <p:nvSpPr>
          <p:cNvPr id="19" name="Rectangle 18"/>
          <p:cNvSpPr/>
          <p:nvPr/>
        </p:nvSpPr>
        <p:spPr>
          <a:xfrm>
            <a:off x="1892530" y="4378180"/>
            <a:ext cx="4258423" cy="551326"/>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787" b="1" dirty="0">
                <a:solidFill>
                  <a:schemeClr val="tx1"/>
                </a:solidFill>
                <a:latin typeface="Times New Roman" panose="02020603050405020304" pitchFamily="18" charset="0"/>
                <a:cs typeface="Times New Roman" panose="02020603050405020304" pitchFamily="18" charset="0"/>
              </a:rPr>
              <a:t>INTRODUCTION</a:t>
            </a:r>
            <a:endParaRPr lang="en-IN" sz="2787" b="1" dirty="0">
              <a:solidFill>
                <a:schemeClr val="tx1"/>
              </a:solidFill>
              <a:latin typeface="Times New Roman" panose="02020603050405020304" pitchFamily="18" charset="0"/>
              <a:cs typeface="Times New Roman" panose="02020603050405020304" pitchFamily="18" charset="0"/>
            </a:endParaRPr>
          </a:p>
        </p:txBody>
      </p:sp>
      <p:sp>
        <p:nvSpPr>
          <p:cNvPr id="10" name="Rectangle 9"/>
          <p:cNvSpPr/>
          <p:nvPr/>
        </p:nvSpPr>
        <p:spPr>
          <a:xfrm>
            <a:off x="0" y="2522585"/>
            <a:ext cx="21599525" cy="1502711"/>
          </a:xfrm>
          <a:prstGeom prst="rect">
            <a:avLst/>
          </a:prstGeom>
          <a:solidFill>
            <a:srgbClr val="FFF2CC"/>
          </a:solidFill>
          <a:ln>
            <a:noFill/>
          </a:ln>
        </p:spPr>
        <p:style>
          <a:lnRef idx="3">
            <a:schemeClr val="lt1"/>
          </a:lnRef>
          <a:fillRef idx="1">
            <a:schemeClr val="accent4"/>
          </a:fillRef>
          <a:effectRef idx="1">
            <a:schemeClr val="accent4"/>
          </a:effectRef>
          <a:fontRef idx="minor">
            <a:schemeClr val="lt1"/>
          </a:fontRef>
        </p:style>
        <p:txBody>
          <a:bodyPr rtlCol="0" anchor="ctr"/>
          <a:lstStyle/>
          <a:p>
            <a:pPr algn="ctr"/>
            <a:endParaRPr lang="en-IN" sz="1791"/>
          </a:p>
        </p:txBody>
      </p:sp>
      <p:sp>
        <p:nvSpPr>
          <p:cNvPr id="22" name="Rectangle 21"/>
          <p:cNvSpPr/>
          <p:nvPr/>
        </p:nvSpPr>
        <p:spPr>
          <a:xfrm>
            <a:off x="1892530" y="15979142"/>
            <a:ext cx="2454868" cy="551326"/>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787" b="1" dirty="0">
                <a:solidFill>
                  <a:schemeClr val="tx1"/>
                </a:solidFill>
                <a:latin typeface="Times New Roman" panose="02020603050405020304" pitchFamily="18" charset="0"/>
                <a:cs typeface="Times New Roman" panose="02020603050405020304" pitchFamily="18" charset="0"/>
              </a:rPr>
              <a:t>RESULTS</a:t>
            </a:r>
            <a:endParaRPr lang="en-IN" sz="2787" b="1" dirty="0">
              <a:solidFill>
                <a:schemeClr val="tx1"/>
              </a:solidFill>
              <a:latin typeface="Times New Roman" panose="02020603050405020304" pitchFamily="18" charset="0"/>
              <a:cs typeface="Times New Roman" panose="02020603050405020304" pitchFamily="18" charset="0"/>
            </a:endParaRPr>
          </a:p>
        </p:txBody>
      </p:sp>
      <p:sp>
        <p:nvSpPr>
          <p:cNvPr id="23" name="Rectangle 22"/>
          <p:cNvSpPr/>
          <p:nvPr/>
        </p:nvSpPr>
        <p:spPr>
          <a:xfrm>
            <a:off x="1892530" y="22803200"/>
            <a:ext cx="7716271" cy="551326"/>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787" b="1" dirty="0">
                <a:solidFill>
                  <a:schemeClr val="tx1"/>
                </a:solidFill>
                <a:latin typeface="Times New Roman" panose="02020603050405020304" pitchFamily="18" charset="0"/>
                <a:cs typeface="Times New Roman" panose="02020603050405020304" pitchFamily="18" charset="0"/>
              </a:rPr>
              <a:t>DISCUSSION AND CONCLUSION</a:t>
            </a:r>
            <a:endParaRPr lang="en-IN" sz="2787" b="1" dirty="0">
              <a:solidFill>
                <a:schemeClr val="tx1"/>
              </a:solidFill>
              <a:latin typeface="Times New Roman" panose="02020603050405020304" pitchFamily="18" charset="0"/>
              <a:cs typeface="Times New Roman" panose="02020603050405020304" pitchFamily="18" charset="0"/>
            </a:endParaRPr>
          </a:p>
        </p:txBody>
      </p:sp>
      <p:sp>
        <p:nvSpPr>
          <p:cNvPr id="24" name="Rectangle 23"/>
          <p:cNvSpPr/>
          <p:nvPr/>
        </p:nvSpPr>
        <p:spPr>
          <a:xfrm>
            <a:off x="1893707" y="28080740"/>
            <a:ext cx="3947465" cy="551326"/>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787" b="1" dirty="0">
                <a:solidFill>
                  <a:schemeClr val="tx1"/>
                </a:solidFill>
                <a:latin typeface="Times New Roman" panose="02020603050405020304" pitchFamily="18" charset="0"/>
                <a:cs typeface="Times New Roman" panose="02020603050405020304" pitchFamily="18" charset="0"/>
              </a:rPr>
              <a:t>BIBLIOGRAPHY</a:t>
            </a:r>
            <a:endParaRPr lang="en-IN" sz="2787" b="1" dirty="0">
              <a:solidFill>
                <a:schemeClr val="tx1"/>
              </a:solidFill>
              <a:latin typeface="Times New Roman" panose="02020603050405020304" pitchFamily="18" charset="0"/>
              <a:cs typeface="Times New Roman" panose="02020603050405020304" pitchFamily="18" charset="0"/>
            </a:endParaRPr>
          </a:p>
        </p:txBody>
      </p:sp>
      <p:sp>
        <p:nvSpPr>
          <p:cNvPr id="15" name="TextBox 14"/>
          <p:cNvSpPr txBox="1"/>
          <p:nvPr/>
        </p:nvSpPr>
        <p:spPr>
          <a:xfrm>
            <a:off x="348719" y="2554293"/>
            <a:ext cx="20898834" cy="1194540"/>
          </a:xfrm>
          <a:prstGeom prst="rect">
            <a:avLst/>
          </a:prstGeom>
          <a:noFill/>
        </p:spPr>
        <p:txBody>
          <a:bodyPr wrap="square" rtlCol="0">
            <a:spAutoFit/>
          </a:bodyPr>
          <a:lstStyle/>
          <a:p>
            <a:pPr algn="ctr"/>
            <a:r>
              <a:rPr lang="en-US" sz="3583" b="1" dirty="0">
                <a:latin typeface="Times New Roman" panose="02020603050405020304" pitchFamily="18" charset="0"/>
                <a:cs typeface="Times New Roman" panose="02020603050405020304" pitchFamily="18" charset="0"/>
              </a:rPr>
              <a:t>Effective Analysis of Wine Quality Prediction Using Random Forest Regression In Comparison with </a:t>
            </a:r>
          </a:p>
          <a:p>
            <a:pPr algn="ctr"/>
            <a:r>
              <a:rPr lang="en-US" sz="3583" b="1" dirty="0">
                <a:latin typeface="Times New Roman" panose="02020603050405020304" pitchFamily="18" charset="0"/>
                <a:cs typeface="Times New Roman" panose="02020603050405020304" pitchFamily="18" charset="0"/>
              </a:rPr>
              <a:t>K Nearest Neighbor Regression</a:t>
            </a:r>
          </a:p>
        </p:txBody>
      </p:sp>
      <p:sp>
        <p:nvSpPr>
          <p:cNvPr id="20" name="Rectangle 19"/>
          <p:cNvSpPr/>
          <p:nvPr/>
        </p:nvSpPr>
        <p:spPr>
          <a:xfrm>
            <a:off x="1892530" y="10263441"/>
            <a:ext cx="6770960" cy="551326"/>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787" b="1" dirty="0">
                <a:solidFill>
                  <a:schemeClr val="tx1"/>
                </a:solidFill>
                <a:latin typeface="Times New Roman" panose="02020603050405020304" pitchFamily="18" charset="0"/>
                <a:cs typeface="Times New Roman" panose="02020603050405020304" pitchFamily="18" charset="0"/>
              </a:rPr>
              <a:t>MATERIALS AND METHODS</a:t>
            </a:r>
            <a:endParaRPr lang="en-IN" sz="2787" b="1" dirty="0">
              <a:solidFill>
                <a:schemeClr val="tx1"/>
              </a:solidFill>
              <a:latin typeface="Times New Roman" panose="02020603050405020304" pitchFamily="18" charset="0"/>
              <a:cs typeface="Times New Roman" panose="02020603050405020304" pitchFamily="18" charset="0"/>
            </a:endParaRPr>
          </a:p>
        </p:txBody>
      </p:sp>
      <p:sp>
        <p:nvSpPr>
          <p:cNvPr id="16" name="TextBox 15"/>
          <p:cNvSpPr txBox="1"/>
          <p:nvPr/>
        </p:nvSpPr>
        <p:spPr>
          <a:xfrm>
            <a:off x="11225083" y="1463838"/>
            <a:ext cx="8384766" cy="856276"/>
          </a:xfrm>
          <a:prstGeom prst="rect">
            <a:avLst/>
          </a:prstGeom>
          <a:noFill/>
        </p:spPr>
        <p:txBody>
          <a:bodyPr wrap="square" rtlCol="0">
            <a:spAutoFit/>
          </a:bodyPr>
          <a:lstStyle/>
          <a:p>
            <a:pPr algn="r"/>
            <a:r>
              <a:rPr lang="en-US" sz="2488" b="1">
                <a:solidFill>
                  <a:schemeClr val="bg1"/>
                </a:solidFill>
                <a:latin typeface="Times New Roman" panose="02020603050405020304" pitchFamily="18" charset="0"/>
                <a:cs typeface="Times New Roman" panose="02020603050405020304" pitchFamily="18" charset="0"/>
              </a:rPr>
              <a:t> Ms. Poorani.S            </a:t>
            </a:r>
            <a:endParaRPr lang="en-US" sz="2488" b="1" dirty="0">
              <a:solidFill>
                <a:schemeClr val="bg1"/>
              </a:solidFill>
              <a:latin typeface="Times New Roman" panose="02020603050405020304" pitchFamily="18" charset="0"/>
              <a:cs typeface="Times New Roman" panose="02020603050405020304" pitchFamily="18" charset="0"/>
            </a:endParaRPr>
          </a:p>
          <a:p>
            <a:pPr algn="r"/>
            <a:r>
              <a:rPr lang="en-US" sz="2488" b="1" dirty="0">
                <a:solidFill>
                  <a:schemeClr val="bg1"/>
                </a:solidFill>
                <a:latin typeface="Times New Roman" panose="02020603050405020304" pitchFamily="18" charset="0"/>
                <a:cs typeface="Times New Roman" panose="02020603050405020304" pitchFamily="18" charset="0"/>
              </a:rPr>
              <a:t> Guided by Dr. Mary Valantina. G</a:t>
            </a:r>
            <a:endParaRPr lang="en-IN" sz="2488" b="1" dirty="0">
              <a:solidFill>
                <a:schemeClr val="bg1"/>
              </a:solidFill>
              <a:latin typeface="Times New Roman" panose="02020603050405020304" pitchFamily="18" charset="0"/>
              <a:cs typeface="Times New Roman" panose="02020603050405020304" pitchFamily="18" charset="0"/>
            </a:endParaRPr>
          </a:p>
        </p:txBody>
      </p:sp>
      <p:sp>
        <p:nvSpPr>
          <p:cNvPr id="26" name="TextBox 25"/>
          <p:cNvSpPr txBox="1"/>
          <p:nvPr/>
        </p:nvSpPr>
        <p:spPr>
          <a:xfrm>
            <a:off x="1246095" y="4729533"/>
            <a:ext cx="14171371" cy="4808752"/>
          </a:xfrm>
          <a:prstGeom prst="rect">
            <a:avLst/>
          </a:prstGeom>
          <a:noFill/>
        </p:spPr>
        <p:txBody>
          <a:bodyPr wrap="square" rtlCol="0">
            <a:spAutoFit/>
          </a:bodyPr>
          <a:lstStyle/>
          <a:p>
            <a:r>
              <a:rPr lang="en-IN" sz="2189" b="1" dirty="0">
                <a:latin typeface="Times New Roman" panose="02020603050405020304" pitchFamily="18" charset="0"/>
                <a:cs typeface="Times New Roman" panose="02020603050405020304" pitchFamily="18" charset="0"/>
              </a:rPr>
              <a:t> </a:t>
            </a:r>
          </a:p>
          <a:p>
            <a:pPr marL="341254" indent="-341254">
              <a:buFont typeface="Wingdings" panose="05000000000000000000" pitchFamily="2" charset="2"/>
              <a:buChar char="Ø"/>
            </a:pPr>
            <a:endParaRPr lang="en-US" altLang="en-IN" sz="2189" b="1" dirty="0">
              <a:latin typeface="Times New Roman" panose="02020603050405020304" pitchFamily="18" charset="0"/>
              <a:cs typeface="Times New Roman" panose="02020603050405020304" pitchFamily="18" charset="0"/>
              <a:sym typeface="+mn-ea"/>
            </a:endParaRPr>
          </a:p>
          <a:p>
            <a:pPr marL="341254" indent="-341254" algn="just">
              <a:buFont typeface="Wingdings" panose="05000000000000000000" pitchFamily="2" charset="2"/>
              <a:buChar char="Ø"/>
            </a:pPr>
            <a:r>
              <a:rPr lang="en-US" altLang="en-IN" sz="2189" b="1" dirty="0">
                <a:latin typeface="Times New Roman" panose="02020603050405020304" pitchFamily="18" charset="0"/>
                <a:cs typeface="Times New Roman" panose="02020603050405020304" pitchFamily="18" charset="0"/>
                <a:sym typeface="+mn-ea"/>
              </a:rPr>
              <a:t>Wine Quality Prediction refers to the analysis of the quality of wine based on heap of factors including grape assortment , climate conditions, maturation strategies and mature forms .</a:t>
            </a:r>
          </a:p>
          <a:p>
            <a:pPr marL="341254" indent="-341254" algn="just">
              <a:buFont typeface="Wingdings" panose="05000000000000000000" pitchFamily="2" charset="2"/>
              <a:buChar char="Ø"/>
            </a:pPr>
            <a:endParaRPr lang="en-US" altLang="en-IN" sz="2189" b="1" dirty="0">
              <a:latin typeface="Times New Roman" panose="02020603050405020304" pitchFamily="18" charset="0"/>
              <a:cs typeface="Times New Roman" panose="02020603050405020304" pitchFamily="18" charset="0"/>
              <a:sym typeface="+mn-ea"/>
            </a:endParaRPr>
          </a:p>
          <a:p>
            <a:pPr marL="341254" indent="-341254" algn="just">
              <a:buFont typeface="Wingdings" panose="05000000000000000000" pitchFamily="2" charset="2"/>
              <a:buChar char="Ø"/>
            </a:pPr>
            <a:r>
              <a:rPr lang="en-US" altLang="en-IN" sz="2189" b="1" dirty="0">
                <a:latin typeface="Times New Roman" panose="02020603050405020304" pitchFamily="18" charset="0"/>
                <a:cs typeface="Times New Roman" panose="02020603050405020304" pitchFamily="18" charset="0"/>
                <a:sym typeface="+mn-ea"/>
              </a:rPr>
              <a:t>The aim of this study is to give high accuracy in predicting the quality of wine using the different chemical compositions present in the wine as parameters  .</a:t>
            </a:r>
          </a:p>
          <a:p>
            <a:pPr algn="just"/>
            <a:r>
              <a:rPr lang="en-US" altLang="en-IN" sz="2189" b="1" dirty="0">
                <a:latin typeface="Times New Roman" panose="02020603050405020304" pitchFamily="18" charset="0"/>
                <a:cs typeface="Times New Roman" panose="02020603050405020304" pitchFamily="18" charset="0"/>
                <a:sym typeface="+mn-ea"/>
              </a:rPr>
              <a:t> </a:t>
            </a:r>
            <a:endParaRPr lang="en-IN" sz="2189" b="1" dirty="0">
              <a:latin typeface="Times New Roman" panose="02020603050405020304" pitchFamily="18" charset="0"/>
              <a:cs typeface="Times New Roman" panose="02020603050405020304" pitchFamily="18" charset="0"/>
            </a:endParaRPr>
          </a:p>
          <a:p>
            <a:pPr marL="341254" indent="-341254" algn="just">
              <a:buFont typeface="Wingdings" panose="05000000000000000000" pitchFamily="2" charset="2"/>
              <a:buChar char="Ø"/>
            </a:pPr>
            <a:r>
              <a:rPr lang="en-US" altLang="en-IN" sz="2189" b="1" dirty="0">
                <a:latin typeface="Times New Roman" panose="02020603050405020304" pitchFamily="18" charset="0"/>
                <a:cs typeface="Times New Roman" panose="02020603050405020304" pitchFamily="18" charset="0"/>
              </a:rPr>
              <a:t>By comparing the execution of Random Forest Regression with that of K Nearest Neighbor Regression, we point to supply nuanced experiences that can direct specialists and analysts in optimizing prescient modeling techniques for wine quality appraisal.</a:t>
            </a:r>
          </a:p>
          <a:p>
            <a:pPr marL="341254" indent="-341254" algn="just">
              <a:buFont typeface="Wingdings" panose="05000000000000000000" pitchFamily="2" charset="2"/>
              <a:buChar char="Ø"/>
            </a:pPr>
            <a:endParaRPr lang="en-IN" sz="2189" b="1" dirty="0">
              <a:latin typeface="Times New Roman" panose="02020603050405020304" pitchFamily="18" charset="0"/>
              <a:cs typeface="Times New Roman" panose="02020603050405020304" pitchFamily="18" charset="0"/>
            </a:endParaRPr>
          </a:p>
          <a:p>
            <a:pPr marL="341254" indent="-341254" algn="just">
              <a:buFont typeface="Wingdings" panose="05000000000000000000" pitchFamily="2" charset="2"/>
              <a:buChar char="Ø"/>
            </a:pPr>
            <a:r>
              <a:rPr lang="en-IN" altLang="en-IN" sz="2189" b="1" dirty="0">
                <a:latin typeface="Times New Roman" panose="02020603050405020304" pitchFamily="18" charset="0"/>
                <a:cs typeface="Times New Roman" panose="02020603050405020304" pitchFamily="18" charset="0"/>
              </a:rPr>
              <a:t>Random Forest Regression </a:t>
            </a:r>
            <a:r>
              <a:rPr lang="en-IN" sz="2189" b="1" dirty="0">
                <a:latin typeface="Times New Roman" panose="02020603050405020304" pitchFamily="18" charset="0"/>
                <a:cs typeface="Times New Roman" panose="02020603050405020304" pitchFamily="18" charset="0"/>
              </a:rPr>
              <a:t>has proven to be faster when compared with K Nearest Neighbor Regression</a:t>
            </a:r>
            <a:r>
              <a:rPr lang="en-US" altLang="en-IN" sz="2189" b="1" dirty="0">
                <a:latin typeface="Times New Roman" panose="02020603050405020304" pitchFamily="18" charset="0"/>
                <a:cs typeface="Times New Roman" panose="02020603050405020304" pitchFamily="18" charset="0"/>
              </a:rPr>
              <a:t>.</a:t>
            </a:r>
            <a:endParaRPr lang="en-IN" sz="2189" b="1" dirty="0">
              <a:latin typeface="Times New Roman" panose="02020603050405020304" pitchFamily="18" charset="0"/>
              <a:cs typeface="Times New Roman" panose="02020603050405020304" pitchFamily="18" charset="0"/>
            </a:endParaRPr>
          </a:p>
          <a:p>
            <a:pPr marL="341254" indent="-341254">
              <a:buFont typeface="Wingdings" panose="05000000000000000000" pitchFamily="2" charset="2"/>
              <a:buChar char="Ø"/>
            </a:pPr>
            <a:endParaRPr lang="en-US" altLang="en-IN" sz="2189" b="1" dirty="0">
              <a:latin typeface="Times New Roman" panose="02020603050405020304" pitchFamily="18" charset="0"/>
              <a:cs typeface="Times New Roman" panose="02020603050405020304" pitchFamily="18" charset="0"/>
            </a:endParaRPr>
          </a:p>
        </p:txBody>
      </p:sp>
      <p:sp>
        <p:nvSpPr>
          <p:cNvPr id="38" name="TextBox 37"/>
          <p:cNvSpPr txBox="1"/>
          <p:nvPr/>
        </p:nvSpPr>
        <p:spPr>
          <a:xfrm>
            <a:off x="351155" y="23588920"/>
            <a:ext cx="20896398" cy="4808752"/>
          </a:xfrm>
          <a:prstGeom prst="rect">
            <a:avLst/>
          </a:prstGeom>
          <a:noFill/>
        </p:spPr>
        <p:txBody>
          <a:bodyPr wrap="square" rtlCol="0">
            <a:spAutoFit/>
          </a:bodyPr>
          <a:lstStyle/>
          <a:p>
            <a:pPr marL="341254" indent="-341254" algn="just">
              <a:buFont typeface="Wingdings" panose="05000000000000000000" pitchFamily="2" charset="2"/>
              <a:buChar char="Ø"/>
            </a:pPr>
            <a:r>
              <a:rPr lang="en-US" altLang="en-IN" sz="2189" b="1" dirty="0">
                <a:latin typeface="Times New Roman" panose="02020603050405020304" pitchFamily="18" charset="0"/>
                <a:cs typeface="Times New Roman" panose="02020603050405020304" pitchFamily="18" charset="0"/>
              </a:rPr>
              <a:t>To analyze the Random Forest Regression and K Nearest Neighbor Regression methods, this data is used. Both of the necessary techniques, Random Forest Regression and K Nearest Neighbor Regression were subjected to statistical data analysis. Using group and accuracy data, machine learning algorithms are used to predict the accuracy of wine quality. These 10 data samples are used to create comparison statistics values for each algorithm they correspond to. </a:t>
            </a:r>
          </a:p>
          <a:p>
            <a:pPr marL="341254" indent="-341254" algn="just">
              <a:buFont typeface="Wingdings" panose="05000000000000000000" pitchFamily="2" charset="2"/>
              <a:buChar char="Ø"/>
            </a:pPr>
            <a:endParaRPr lang="en-US" altLang="en-IN" sz="2189" b="1" dirty="0">
              <a:latin typeface="Times New Roman" panose="02020603050405020304" pitchFamily="18" charset="0"/>
              <a:cs typeface="Times New Roman" panose="02020603050405020304" pitchFamily="18" charset="0"/>
            </a:endParaRPr>
          </a:p>
          <a:p>
            <a:pPr marL="341254" indent="-341254" algn="just">
              <a:buFont typeface="Wingdings" panose="05000000000000000000" pitchFamily="2" charset="2"/>
              <a:buChar char="Ø"/>
            </a:pPr>
            <a:r>
              <a:rPr lang="en-US" altLang="en-IN" sz="2189" b="1" dirty="0">
                <a:latin typeface="Times New Roman" panose="02020603050405020304" pitchFamily="18" charset="0"/>
                <a:cs typeface="Times New Roman" panose="02020603050405020304" pitchFamily="18" charset="0"/>
              </a:rPr>
              <a:t>Based on  T-test Statistical analysis, the significance value of  p=0.001 (independent sample T - test p&lt;0.05) is obtained and shows that there is a statistical significant difference between the group 1 and group 2.</a:t>
            </a:r>
          </a:p>
          <a:p>
            <a:pPr marL="341254" indent="-341254" algn="just">
              <a:buFont typeface="Wingdings" panose="05000000000000000000" pitchFamily="2" charset="2"/>
              <a:buChar char="Ø"/>
            </a:pPr>
            <a:endParaRPr lang="en-US" altLang="en-IN" sz="2189" b="1" dirty="0">
              <a:latin typeface="Times New Roman" panose="02020603050405020304" pitchFamily="18" charset="0"/>
              <a:cs typeface="Times New Roman" panose="02020603050405020304" pitchFamily="18" charset="0"/>
            </a:endParaRPr>
          </a:p>
          <a:p>
            <a:pPr marL="341254" indent="-341254" algn="just">
              <a:buFont typeface="Wingdings" panose="05000000000000000000" pitchFamily="2" charset="2"/>
              <a:buChar char="Ø"/>
            </a:pPr>
            <a:r>
              <a:rPr lang="en-US" altLang="en-IN" sz="2189" b="1" dirty="0">
                <a:latin typeface="Times New Roman" panose="02020603050405020304" pitchFamily="18" charset="0"/>
                <a:cs typeface="Times New Roman" panose="02020603050405020304" pitchFamily="18" charset="0"/>
              </a:rPr>
              <a:t>Overall , the accuracy of the Random Forest Regression is 95.55 % and that of the K Nearest Neighbor Regression  (KNN) is 67.22 %. From the work , it is concluded that the Random Forest Regression attains the high accuracy when comparing with K Nearest Neighbor in Wine Quality Prediction .</a:t>
            </a:r>
          </a:p>
          <a:p>
            <a:pPr marL="341254" indent="-341254" algn="just">
              <a:buFont typeface="Wingdings" panose="05000000000000000000" pitchFamily="2" charset="2"/>
              <a:buChar char="Ø"/>
            </a:pPr>
            <a:endParaRPr lang="en-US" altLang="en-IN" sz="2189" b="1" dirty="0">
              <a:latin typeface="Times New Roman" panose="02020603050405020304" pitchFamily="18" charset="0"/>
              <a:cs typeface="Times New Roman" panose="02020603050405020304" pitchFamily="18" charset="0"/>
            </a:endParaRPr>
          </a:p>
          <a:p>
            <a:pPr marL="341254" indent="-341254" algn="just">
              <a:buFont typeface="Wingdings" panose="05000000000000000000" pitchFamily="2" charset="2"/>
              <a:buChar char="Ø"/>
            </a:pPr>
            <a:r>
              <a:rPr lang="en-US" altLang="en-IN" sz="2189" b="1" dirty="0">
                <a:latin typeface="Times New Roman" panose="02020603050405020304" pitchFamily="18" charset="0"/>
                <a:cs typeface="Times New Roman" panose="02020603050405020304" pitchFamily="18" charset="0"/>
              </a:rPr>
              <a:t>The results of this study provide enough information to use machine learning algorithms to pinpoint the precise impacts of effectively predicting the quality of wine.</a:t>
            </a:r>
          </a:p>
          <a:p>
            <a:pPr marL="341254" indent="-341254" algn="just">
              <a:buFont typeface="Wingdings" panose="05000000000000000000" pitchFamily="2" charset="2"/>
              <a:buChar char="Ø"/>
            </a:pPr>
            <a:endParaRPr lang="en-US" altLang="en-IN" sz="2189" b="1" dirty="0">
              <a:latin typeface="Times New Roman" panose="02020603050405020304" pitchFamily="18" charset="0"/>
              <a:cs typeface="Times New Roman" panose="02020603050405020304" pitchFamily="18" charset="0"/>
            </a:endParaRPr>
          </a:p>
          <a:p>
            <a:pPr marL="341254" indent="-341254">
              <a:buFont typeface="Wingdings" panose="05000000000000000000" pitchFamily="2" charset="2"/>
              <a:buChar char="Ø"/>
            </a:pPr>
            <a:endParaRPr lang="en-US" altLang="en-IN" sz="2189" b="1" dirty="0">
              <a:latin typeface="Times New Roman" panose="02020603050405020304" pitchFamily="18" charset="0"/>
              <a:cs typeface="Times New Roman" panose="02020603050405020304" pitchFamily="18" charset="0"/>
            </a:endParaRPr>
          </a:p>
          <a:p>
            <a:pPr marL="341254" indent="-341254">
              <a:buFont typeface="Wingdings" panose="05000000000000000000" pitchFamily="2" charset="2"/>
              <a:buChar char="Ø"/>
            </a:pPr>
            <a:endParaRPr lang="en-US" altLang="en-IN" sz="2189" b="1" dirty="0">
              <a:latin typeface="Times New Roman" panose="02020603050405020304" pitchFamily="18" charset="0"/>
              <a:cs typeface="Times New Roman" panose="02020603050405020304" pitchFamily="18" charset="0"/>
            </a:endParaRPr>
          </a:p>
        </p:txBody>
      </p:sp>
      <p:sp>
        <p:nvSpPr>
          <p:cNvPr id="39" name="TextBox 38"/>
          <p:cNvSpPr txBox="1"/>
          <p:nvPr/>
        </p:nvSpPr>
        <p:spPr>
          <a:xfrm>
            <a:off x="323722" y="28808085"/>
            <a:ext cx="20416748" cy="3461204"/>
          </a:xfrm>
          <a:prstGeom prst="rect">
            <a:avLst/>
          </a:prstGeom>
          <a:noFill/>
        </p:spPr>
        <p:txBody>
          <a:bodyPr wrap="square" rtlCol="0">
            <a:spAutoFit/>
          </a:bodyPr>
          <a:lstStyle/>
          <a:p>
            <a:pPr marL="341254" indent="-341254" algn="just">
              <a:buFont typeface="Wingdings" panose="05000000000000000000" pitchFamily="2" charset="2"/>
              <a:buChar char="Ø"/>
            </a:pPr>
            <a:r>
              <a:rPr lang="en-IN" sz="2189" b="1" dirty="0">
                <a:latin typeface="Times New Roman" panose="02020603050405020304" pitchFamily="18" charset="0"/>
                <a:cs typeface="Times New Roman" panose="02020603050405020304" pitchFamily="18" charset="0"/>
              </a:rPr>
              <a:t>K. R. </a:t>
            </a:r>
            <a:r>
              <a:rPr lang="en-IN" sz="2189" b="1" dirty="0" err="1">
                <a:latin typeface="Times New Roman" panose="02020603050405020304" pitchFamily="18" charset="0"/>
                <a:cs typeface="Times New Roman" panose="02020603050405020304" pitchFamily="18" charset="0"/>
              </a:rPr>
              <a:t>Dahal</a:t>
            </a:r>
            <a:r>
              <a:rPr lang="en-IN" sz="2189" b="1" dirty="0">
                <a:latin typeface="Times New Roman" panose="02020603050405020304" pitchFamily="18" charset="0"/>
                <a:cs typeface="Times New Roman" panose="02020603050405020304" pitchFamily="18" charset="0"/>
              </a:rPr>
              <a:t>, J. N. </a:t>
            </a:r>
            <a:r>
              <a:rPr lang="en-IN" sz="2189" b="1" dirty="0" err="1">
                <a:latin typeface="Times New Roman" panose="02020603050405020304" pitchFamily="18" charset="0"/>
                <a:cs typeface="Times New Roman" panose="02020603050405020304" pitchFamily="18" charset="0"/>
              </a:rPr>
              <a:t>Dahal</a:t>
            </a:r>
            <a:r>
              <a:rPr lang="en-IN" sz="2189" b="1" dirty="0">
                <a:latin typeface="Times New Roman" panose="02020603050405020304" pitchFamily="18" charset="0"/>
                <a:cs typeface="Times New Roman" panose="02020603050405020304" pitchFamily="18" charset="0"/>
              </a:rPr>
              <a:t>, H. </a:t>
            </a:r>
            <a:r>
              <a:rPr lang="en-IN" sz="2189" b="1" dirty="0" err="1">
                <a:latin typeface="Times New Roman" panose="02020603050405020304" pitchFamily="18" charset="0"/>
                <a:cs typeface="Times New Roman" panose="02020603050405020304" pitchFamily="18" charset="0"/>
              </a:rPr>
              <a:t>Banjade</a:t>
            </a:r>
            <a:r>
              <a:rPr lang="en-IN" sz="2189" b="1" dirty="0">
                <a:latin typeface="Times New Roman" panose="02020603050405020304" pitchFamily="18" charset="0"/>
                <a:cs typeface="Times New Roman" panose="02020603050405020304" pitchFamily="18" charset="0"/>
              </a:rPr>
              <a:t>, S. </a:t>
            </a:r>
            <a:r>
              <a:rPr lang="en-IN" sz="2189" b="1" dirty="0" err="1">
                <a:latin typeface="Times New Roman" panose="02020603050405020304" pitchFamily="18" charset="0"/>
                <a:cs typeface="Times New Roman" panose="02020603050405020304" pitchFamily="18" charset="0"/>
              </a:rPr>
              <a:t>Gaire</a:t>
            </a:r>
            <a:r>
              <a:rPr lang="en-IN" sz="2189" b="1" dirty="0">
                <a:latin typeface="Times New Roman" panose="02020603050405020304" pitchFamily="18" charset="0"/>
                <a:cs typeface="Times New Roman" panose="02020603050405020304" pitchFamily="18" charset="0"/>
              </a:rPr>
              <a:t> . April 2021. “Prediction of Wine Quality Using Machine Learning Algorithms : Open Journal of Statistics .” Vol.11 No.2.	</a:t>
            </a:r>
          </a:p>
          <a:p>
            <a:pPr marL="341254" indent="-341254" algn="just">
              <a:buFont typeface="Wingdings" panose="05000000000000000000" pitchFamily="2" charset="2"/>
              <a:buChar char="Ø"/>
            </a:pPr>
            <a:endParaRPr lang="en-IN" sz="2189" b="1" dirty="0">
              <a:latin typeface="Times New Roman" panose="02020603050405020304" pitchFamily="18" charset="0"/>
              <a:cs typeface="Times New Roman" panose="02020603050405020304" pitchFamily="18" charset="0"/>
            </a:endParaRPr>
          </a:p>
          <a:p>
            <a:pPr marL="341254" indent="-341254" algn="just">
              <a:buFont typeface="Wingdings" panose="05000000000000000000" pitchFamily="2" charset="2"/>
              <a:buChar char="Ø"/>
            </a:pPr>
            <a:r>
              <a:rPr lang="en-IN" sz="2189" b="1" dirty="0">
                <a:latin typeface="Times New Roman" panose="02020603050405020304" pitchFamily="18" charset="0"/>
                <a:cs typeface="Times New Roman" panose="02020603050405020304" pitchFamily="18" charset="0"/>
              </a:rPr>
              <a:t>Don </a:t>
            </a:r>
            <a:r>
              <a:rPr lang="en-IN" sz="2189" b="1" dirty="0" err="1">
                <a:latin typeface="Times New Roman" panose="02020603050405020304" pitchFamily="18" charset="0"/>
                <a:cs typeface="Times New Roman" panose="02020603050405020304" pitchFamily="18" charset="0"/>
              </a:rPr>
              <a:t>Kulasiri</a:t>
            </a:r>
            <a:r>
              <a:rPr lang="en-IN" sz="2189" b="1" dirty="0">
                <a:latin typeface="Times New Roman" panose="02020603050405020304" pitchFamily="18" charset="0"/>
                <a:cs typeface="Times New Roman" panose="02020603050405020304" pitchFamily="18" charset="0"/>
              </a:rPr>
              <a:t> et al.,2022 Don </a:t>
            </a:r>
            <a:r>
              <a:rPr lang="en-IN" sz="2189" b="1" dirty="0" err="1">
                <a:latin typeface="Times New Roman" panose="02020603050405020304" pitchFamily="18" charset="0"/>
                <a:cs typeface="Times New Roman" panose="02020603050405020304" pitchFamily="18" charset="0"/>
              </a:rPr>
              <a:t>Kulasiri</a:t>
            </a:r>
            <a:r>
              <a:rPr lang="en-IN" sz="2189" b="1" dirty="0">
                <a:latin typeface="Times New Roman" panose="02020603050405020304" pitchFamily="18" charset="0"/>
                <a:cs typeface="Times New Roman" panose="02020603050405020304" pitchFamily="18" charset="0"/>
              </a:rPr>
              <a:t>, Piyush Bhardwaj, Parul Tiwari, Kenneth </a:t>
            </a:r>
            <a:r>
              <a:rPr lang="en-IN" sz="2189" b="1" dirty="0" err="1">
                <a:latin typeface="Times New Roman" panose="02020603050405020304" pitchFamily="18" charset="0"/>
                <a:cs typeface="Times New Roman" panose="02020603050405020304" pitchFamily="18" charset="0"/>
              </a:rPr>
              <a:t>Olejar</a:t>
            </a:r>
            <a:r>
              <a:rPr lang="en-IN" sz="2189" b="1" dirty="0">
                <a:latin typeface="Times New Roman" panose="02020603050405020304" pitchFamily="18" charset="0"/>
                <a:cs typeface="Times New Roman" panose="02020603050405020304" pitchFamily="18" charset="0"/>
              </a:rPr>
              <a:t> Jr, Wendy Parr  “ A Machine Learning application in wine quality prediction .” Machine Learning with Applications , Volume 8.</a:t>
            </a:r>
          </a:p>
          <a:p>
            <a:pPr algn="just"/>
            <a:endParaRPr lang="en-IN" sz="2189" b="1" dirty="0">
              <a:latin typeface="Times New Roman" panose="02020603050405020304" pitchFamily="18" charset="0"/>
              <a:cs typeface="Times New Roman" panose="02020603050405020304" pitchFamily="18" charset="0"/>
            </a:endParaRPr>
          </a:p>
          <a:p>
            <a:pPr marL="341254" indent="-341254" algn="just">
              <a:buFont typeface="Wingdings" panose="05000000000000000000" pitchFamily="2" charset="2"/>
              <a:buChar char="Ø"/>
            </a:pPr>
            <a:r>
              <a:rPr lang="en-US" sz="2189" b="1" dirty="0">
                <a:latin typeface="Times New Roman" panose="02020603050405020304" pitchFamily="18" charset="0"/>
                <a:cs typeface="Times New Roman" panose="02020603050405020304" pitchFamily="18" charset="0"/>
              </a:rPr>
              <a:t>Segal Mark R (2004)“Machine Learning Benchmarks and Random Forest Regression.”</a:t>
            </a:r>
          </a:p>
          <a:p>
            <a:pPr marL="341254" indent="-341254" algn="just">
              <a:buFont typeface="Wingdings" panose="05000000000000000000" pitchFamily="2" charset="2"/>
              <a:buChar char="Ø"/>
            </a:pPr>
            <a:endParaRPr lang="en-IN" sz="2189" b="1" dirty="0">
              <a:latin typeface="Times New Roman" panose="02020603050405020304" pitchFamily="18" charset="0"/>
              <a:cs typeface="Times New Roman" panose="02020603050405020304" pitchFamily="18" charset="0"/>
            </a:endParaRPr>
          </a:p>
          <a:p>
            <a:pPr marL="341254" indent="-341254" algn="just">
              <a:buFont typeface="Wingdings" panose="05000000000000000000" pitchFamily="2" charset="2"/>
              <a:buChar char="Ø"/>
            </a:pPr>
            <a:r>
              <a:rPr lang="en-US" sz="2189" b="1" dirty="0" err="1">
                <a:latin typeface="Times New Roman" panose="02020603050405020304" pitchFamily="18" charset="0"/>
                <a:cs typeface="Times New Roman" panose="02020603050405020304" pitchFamily="18" charset="0"/>
              </a:rPr>
              <a:t>Aich</a:t>
            </a:r>
            <a:r>
              <a:rPr lang="en-US" sz="2189" b="1" dirty="0">
                <a:latin typeface="Times New Roman" panose="02020603050405020304" pitchFamily="18" charset="0"/>
                <a:cs typeface="Times New Roman" panose="02020603050405020304" pitchFamily="18" charset="0"/>
              </a:rPr>
              <a:t> et al.,2018 </a:t>
            </a:r>
            <a:r>
              <a:rPr lang="en-US" sz="2189" b="1" dirty="0" err="1">
                <a:latin typeface="Times New Roman" panose="02020603050405020304" pitchFamily="18" charset="0"/>
                <a:cs typeface="Times New Roman" panose="02020603050405020304" pitchFamily="18" charset="0"/>
              </a:rPr>
              <a:t>Aich</a:t>
            </a:r>
            <a:r>
              <a:rPr lang="en-US" sz="2189" b="1" dirty="0">
                <a:latin typeface="Times New Roman" panose="02020603050405020304" pitchFamily="18" charset="0"/>
                <a:cs typeface="Times New Roman" panose="02020603050405020304" pitchFamily="18" charset="0"/>
              </a:rPr>
              <a:t> S.,</a:t>
            </a:r>
            <a:r>
              <a:rPr lang="en-US" sz="2189" b="1" dirty="0" err="1">
                <a:latin typeface="Times New Roman" panose="02020603050405020304" pitchFamily="18" charset="0"/>
                <a:cs typeface="Times New Roman" panose="02020603050405020304" pitchFamily="18" charset="0"/>
              </a:rPr>
              <a:t>Al-a</a:t>
            </a:r>
            <a:r>
              <a:rPr lang="en-US" sz="2189" b="1" dirty="0">
                <a:latin typeface="Times New Roman" panose="02020603050405020304" pitchFamily="18" charset="0"/>
                <a:cs typeface="Times New Roman" panose="02020603050405020304" pitchFamily="18" charset="0"/>
              </a:rPr>
              <a:t>bsi A.A., Hui K.L., Lee J.T., Sain M. “A Classification approach with different features sets to predict the quality of different types of wine using machine learning techniques.” International Conference on Advanced Communication Technology, ICACT, 2018-February (2018), pp. 139-143.</a:t>
            </a:r>
            <a:endParaRPr lang="en-IN" sz="2189" b="1" dirty="0">
              <a:latin typeface="Times New Roman" panose="02020603050405020304" pitchFamily="18" charset="0"/>
              <a:cs typeface="Times New Roman" panose="02020603050405020304" pitchFamily="18" charset="0"/>
            </a:endParaRPr>
          </a:p>
        </p:txBody>
      </p:sp>
      <p:sp>
        <p:nvSpPr>
          <p:cNvPr id="29" name="Text Box 28"/>
          <p:cNvSpPr txBox="1"/>
          <p:nvPr/>
        </p:nvSpPr>
        <p:spPr>
          <a:xfrm>
            <a:off x="323722" y="21386883"/>
            <a:ext cx="21040630" cy="1102994"/>
          </a:xfrm>
          <a:prstGeom prst="rect">
            <a:avLst/>
          </a:prstGeom>
          <a:noFill/>
        </p:spPr>
        <p:txBody>
          <a:bodyPr wrap="square" rtlCol="0">
            <a:spAutoFit/>
          </a:bodyPr>
          <a:lstStyle/>
          <a:p>
            <a:pPr algn="just"/>
            <a:r>
              <a:rPr lang="en-US" sz="1990" b="1" dirty="0">
                <a:latin typeface="Times New Roman" panose="02020603050405020304" pitchFamily="18" charset="0"/>
                <a:cs typeface="Times New Roman" panose="02020603050405020304" pitchFamily="18" charset="0"/>
              </a:rPr>
              <a:t> </a:t>
            </a:r>
            <a:r>
              <a:rPr lang="en-US" sz="2189" b="1" dirty="0">
                <a:latin typeface="Times New Roman" panose="02020603050405020304" pitchFamily="18" charset="0"/>
                <a:cs typeface="Times New Roman" panose="02020603050405020304" pitchFamily="18" charset="0"/>
              </a:rPr>
              <a:t>In the present work, Random Forest Regression (RF) is compared with K Nearest Neighbor Regression (KNN) , it depicts that the Random Forest Regression gives more accuracy when compared with the K Nearest Neighbor Regression .</a:t>
            </a:r>
          </a:p>
          <a:p>
            <a:endParaRPr lang="en-US" sz="2189" b="1" dirty="0">
              <a:latin typeface="Times New Roman" panose="02020603050405020304" pitchFamily="18" charset="0"/>
              <a:cs typeface="Times New Roman" panose="02020603050405020304" pitchFamily="18" charset="0"/>
            </a:endParaRPr>
          </a:p>
        </p:txBody>
      </p:sp>
      <p:sp>
        <p:nvSpPr>
          <p:cNvPr id="41" name="Text Box 40"/>
          <p:cNvSpPr txBox="1"/>
          <p:nvPr/>
        </p:nvSpPr>
        <p:spPr>
          <a:xfrm>
            <a:off x="1993833" y="14815148"/>
            <a:ext cx="17162367" cy="429220"/>
          </a:xfrm>
          <a:prstGeom prst="rect">
            <a:avLst/>
          </a:prstGeom>
          <a:noFill/>
        </p:spPr>
        <p:txBody>
          <a:bodyPr wrap="square" rtlCol="0">
            <a:spAutoFit/>
          </a:bodyPr>
          <a:lstStyle/>
          <a:p>
            <a:pPr algn="ctr"/>
            <a:r>
              <a:rPr lang="en-US" sz="2189" b="1" dirty="0">
                <a:latin typeface="Times New Roman" panose="02020603050405020304" pitchFamily="18" charset="0"/>
                <a:cs typeface="Times New Roman" panose="02020603050405020304" pitchFamily="18" charset="0"/>
              </a:rPr>
              <a:t>Wine Quality Prediction</a:t>
            </a:r>
          </a:p>
        </p:txBody>
      </p:sp>
      <p:sp>
        <p:nvSpPr>
          <p:cNvPr id="42" name="Text Box 41"/>
          <p:cNvSpPr txBox="1"/>
          <p:nvPr/>
        </p:nvSpPr>
        <p:spPr>
          <a:xfrm>
            <a:off x="16060981" y="8350582"/>
            <a:ext cx="4860656" cy="766107"/>
          </a:xfrm>
          <a:prstGeom prst="rect">
            <a:avLst/>
          </a:prstGeom>
          <a:noFill/>
        </p:spPr>
        <p:txBody>
          <a:bodyPr wrap="square" rtlCol="0">
            <a:spAutoFit/>
          </a:bodyPr>
          <a:lstStyle/>
          <a:p>
            <a:pPr algn="ctr"/>
            <a:r>
              <a:rPr lang="en-US" sz="2189" b="1" dirty="0">
                <a:latin typeface="Times New Roman" panose="02020603050405020304" pitchFamily="18" charset="0"/>
                <a:cs typeface="Times New Roman" panose="02020603050405020304" pitchFamily="18" charset="0"/>
              </a:rPr>
              <a:t>Wine Quality Prediction based on the Chemicals present</a:t>
            </a:r>
          </a:p>
        </p:txBody>
      </p:sp>
      <p:sp>
        <p:nvSpPr>
          <p:cNvPr id="27" name="Rectangles 26"/>
          <p:cNvSpPr/>
          <p:nvPr/>
        </p:nvSpPr>
        <p:spPr>
          <a:xfrm>
            <a:off x="4688686" y="12883918"/>
            <a:ext cx="2520000" cy="1440000"/>
          </a:xfrm>
          <a:prstGeom prst="rect">
            <a:avLst/>
          </a:prstGeom>
          <a:solidFill>
            <a:srgbClr val="BFE7FF"/>
          </a:solidFill>
        </p:spPr>
        <p:style>
          <a:lnRef idx="2">
            <a:schemeClr val="dk1"/>
          </a:lnRef>
          <a:fillRef idx="1">
            <a:schemeClr val="lt1"/>
          </a:fillRef>
          <a:effectRef idx="0">
            <a:schemeClr val="dk1"/>
          </a:effectRef>
          <a:fontRef idx="minor">
            <a:schemeClr val="dk1"/>
          </a:fontRef>
        </p:style>
        <p:txBody>
          <a:bodyPr rtlCol="0" anchor="ctr"/>
          <a:lstStyle/>
          <a:p>
            <a:pPr algn="ctr"/>
            <a:r>
              <a:rPr lang="en-IN" altLang="en-US" sz="2189" b="1" dirty="0">
                <a:latin typeface="Times New Roman" panose="02020603050405020304" pitchFamily="18" charset="0"/>
                <a:cs typeface="Times New Roman" panose="02020603050405020304" pitchFamily="18" charset="0"/>
              </a:rPr>
              <a:t>Importing Libraries</a:t>
            </a:r>
          </a:p>
        </p:txBody>
      </p:sp>
      <p:sp>
        <p:nvSpPr>
          <p:cNvPr id="28" name="Rectangles 27"/>
          <p:cNvSpPr/>
          <p:nvPr/>
        </p:nvSpPr>
        <p:spPr>
          <a:xfrm>
            <a:off x="8029932" y="12888354"/>
            <a:ext cx="2520000" cy="1440000"/>
          </a:xfrm>
          <a:prstGeom prst="rect">
            <a:avLst/>
          </a:prstGeom>
          <a:solidFill>
            <a:srgbClr val="BFE7FF"/>
          </a:solidFill>
        </p:spPr>
        <p:style>
          <a:lnRef idx="2">
            <a:schemeClr val="dk1"/>
          </a:lnRef>
          <a:fillRef idx="1">
            <a:schemeClr val="lt1"/>
          </a:fillRef>
          <a:effectRef idx="0">
            <a:schemeClr val="dk1"/>
          </a:effectRef>
          <a:fontRef idx="minor">
            <a:schemeClr val="dk1"/>
          </a:fontRef>
        </p:style>
        <p:txBody>
          <a:bodyPr rtlCol="0" anchor="ctr"/>
          <a:lstStyle/>
          <a:p>
            <a:pPr algn="ctr"/>
            <a:r>
              <a:rPr lang="en-IN" altLang="en-US" sz="2189" b="1" dirty="0">
                <a:latin typeface="Times New Roman" panose="02020603050405020304" pitchFamily="18" charset="0"/>
                <a:cs typeface="Times New Roman" panose="02020603050405020304" pitchFamily="18" charset="0"/>
              </a:rPr>
              <a:t>Feature and Target Separation</a:t>
            </a:r>
          </a:p>
        </p:txBody>
      </p:sp>
      <p:cxnSp>
        <p:nvCxnSpPr>
          <p:cNvPr id="40" name="Straight Arrow Connector 39"/>
          <p:cNvCxnSpPr>
            <a:cxnSpLocks/>
            <a:stCxn id="27" idx="3"/>
            <a:endCxn id="28" idx="1"/>
          </p:cNvCxnSpPr>
          <p:nvPr/>
        </p:nvCxnSpPr>
        <p:spPr>
          <a:xfrm>
            <a:off x="7208686" y="13603918"/>
            <a:ext cx="821246" cy="4436"/>
          </a:xfrm>
          <a:prstGeom prst="straightConnector1">
            <a:avLst/>
          </a:prstGeom>
          <a:ln>
            <a:tailEnd type="arrow" w="med" len="med"/>
          </a:ln>
        </p:spPr>
        <p:style>
          <a:lnRef idx="3">
            <a:schemeClr val="dk1"/>
          </a:lnRef>
          <a:fillRef idx="0">
            <a:schemeClr val="dk1"/>
          </a:fillRef>
          <a:effectRef idx="2">
            <a:schemeClr val="dk1"/>
          </a:effectRef>
          <a:fontRef idx="minor">
            <a:schemeClr val="tx1"/>
          </a:fontRef>
        </p:style>
      </p:cxnSp>
      <p:sp>
        <p:nvSpPr>
          <p:cNvPr id="49" name="Rectangle 48"/>
          <p:cNvSpPr/>
          <p:nvPr/>
        </p:nvSpPr>
        <p:spPr>
          <a:xfrm>
            <a:off x="-12911" y="-50532"/>
            <a:ext cx="21625345" cy="2569325"/>
          </a:xfrm>
          <a:prstGeom prst="rect">
            <a:avLst/>
          </a:prstGeom>
          <a:solidFill>
            <a:srgbClr val="828282"/>
          </a:solidFill>
          <a:ln>
            <a:noFill/>
          </a:ln>
        </p:spPr>
        <p:style>
          <a:lnRef idx="3">
            <a:schemeClr val="lt1"/>
          </a:lnRef>
          <a:fillRef idx="1">
            <a:schemeClr val="accent4"/>
          </a:fillRef>
          <a:effectRef idx="1">
            <a:schemeClr val="accent4"/>
          </a:effectRef>
          <a:fontRef idx="minor">
            <a:schemeClr val="lt1"/>
          </a:fontRef>
        </p:style>
        <p:txBody>
          <a:bodyPr rtlCol="0" anchor="ctr"/>
          <a:lstStyle/>
          <a:p>
            <a:pPr algn="ctr"/>
            <a:endParaRPr lang="en-IN" sz="1791"/>
          </a:p>
        </p:txBody>
      </p:sp>
      <p:pic>
        <p:nvPicPr>
          <p:cNvPr id="13" name="Picture 1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31713" y="-8622"/>
            <a:ext cx="20939802" cy="2432309"/>
          </a:xfrm>
          <a:prstGeom prst="rect">
            <a:avLst/>
          </a:prstGeom>
        </p:spPr>
      </p:pic>
      <p:sp>
        <p:nvSpPr>
          <p:cNvPr id="50" name="Text Box 41"/>
          <p:cNvSpPr txBox="1"/>
          <p:nvPr/>
        </p:nvSpPr>
        <p:spPr>
          <a:xfrm>
            <a:off x="15639940" y="1419256"/>
            <a:ext cx="5569043" cy="1102994"/>
          </a:xfrm>
          <a:prstGeom prst="rect">
            <a:avLst/>
          </a:prstGeom>
          <a:noFill/>
        </p:spPr>
        <p:txBody>
          <a:bodyPr wrap="square" rtlCol="0">
            <a:spAutoFit/>
          </a:bodyPr>
          <a:lstStyle/>
          <a:p>
            <a:pPr algn="r"/>
            <a:r>
              <a:rPr lang="en-US" sz="2189" b="1" dirty="0">
                <a:solidFill>
                  <a:schemeClr val="bg1"/>
                </a:solidFill>
                <a:latin typeface="Times New Roman" panose="02020603050405020304" pitchFamily="18" charset="0"/>
                <a:cs typeface="Times New Roman" panose="02020603050405020304" pitchFamily="18" charset="0"/>
              </a:rPr>
              <a:t>Name: Ms. Kaviyashree J</a:t>
            </a:r>
            <a:br>
              <a:rPr lang="en-US" sz="2189" b="1" dirty="0">
                <a:solidFill>
                  <a:schemeClr val="bg1"/>
                </a:solidFill>
                <a:latin typeface="Times New Roman" panose="02020603050405020304" pitchFamily="18" charset="0"/>
                <a:cs typeface="Times New Roman" panose="02020603050405020304" pitchFamily="18" charset="0"/>
              </a:rPr>
            </a:br>
            <a:r>
              <a:rPr lang="en-US" sz="2189" b="1" dirty="0">
                <a:solidFill>
                  <a:schemeClr val="bg1"/>
                </a:solidFill>
                <a:latin typeface="Times New Roman" panose="02020603050405020304" pitchFamily="18" charset="0"/>
                <a:cs typeface="Times New Roman" panose="02020603050405020304" pitchFamily="18" charset="0"/>
              </a:rPr>
              <a:t>Register Number: 192121003</a:t>
            </a:r>
          </a:p>
          <a:p>
            <a:pPr algn="r"/>
            <a:r>
              <a:rPr lang="en-US" sz="2189" b="1" dirty="0">
                <a:solidFill>
                  <a:schemeClr val="bg1"/>
                </a:solidFill>
                <a:latin typeface="Times New Roman" panose="02020603050405020304" pitchFamily="18" charset="0"/>
                <a:cs typeface="Times New Roman" panose="02020603050405020304" pitchFamily="18" charset="0"/>
              </a:rPr>
              <a:t>Guided by Dr. M Ramkumar </a:t>
            </a:r>
          </a:p>
        </p:txBody>
      </p:sp>
      <p:pic>
        <p:nvPicPr>
          <p:cNvPr id="18" name="Picture 17">
            <a:extLst>
              <a:ext uri="{FF2B5EF4-FFF2-40B4-BE49-F238E27FC236}">
                <a16:creationId xmlns:a16="http://schemas.microsoft.com/office/drawing/2014/main" id="{655FF83D-26CB-363B-C518-CB29CFFE531B}"/>
              </a:ext>
            </a:extLst>
          </p:cNvPr>
          <p:cNvPicPr>
            <a:picLocks noChangeAspect="1"/>
          </p:cNvPicPr>
          <p:nvPr/>
        </p:nvPicPr>
        <p:blipFill rotWithShape="1">
          <a:blip r:embed="rId3"/>
          <a:srcRect l="10296" r="19277"/>
          <a:stretch/>
        </p:blipFill>
        <p:spPr>
          <a:xfrm>
            <a:off x="16336190" y="4940759"/>
            <a:ext cx="4310238" cy="3213073"/>
          </a:xfrm>
          <a:prstGeom prst="rect">
            <a:avLst/>
          </a:prstGeom>
        </p:spPr>
      </p:pic>
      <p:sp>
        <p:nvSpPr>
          <p:cNvPr id="51" name="Text Box 40">
            <a:extLst>
              <a:ext uri="{FF2B5EF4-FFF2-40B4-BE49-F238E27FC236}">
                <a16:creationId xmlns:a16="http://schemas.microsoft.com/office/drawing/2014/main" id="{C2B0C410-1AD5-DE08-A58B-C5575352C880}"/>
              </a:ext>
            </a:extLst>
          </p:cNvPr>
          <p:cNvSpPr txBox="1"/>
          <p:nvPr/>
        </p:nvSpPr>
        <p:spPr>
          <a:xfrm>
            <a:off x="6616252" y="20511970"/>
            <a:ext cx="8367017" cy="429220"/>
          </a:xfrm>
          <a:prstGeom prst="rect">
            <a:avLst/>
          </a:prstGeom>
          <a:noFill/>
        </p:spPr>
        <p:txBody>
          <a:bodyPr wrap="square" rtlCol="0">
            <a:spAutoFit/>
          </a:bodyPr>
          <a:lstStyle/>
          <a:p>
            <a:pPr algn="ctr"/>
            <a:r>
              <a:rPr lang="en-US" sz="2189" b="1" dirty="0">
                <a:latin typeface="Times New Roman" panose="02020603050405020304" pitchFamily="18" charset="0"/>
                <a:cs typeface="Times New Roman" panose="02020603050405020304" pitchFamily="18" charset="0"/>
              </a:rPr>
              <a:t>K Nearest Neighbor Regression and Random Forest Regression                                                 </a:t>
            </a:r>
          </a:p>
        </p:txBody>
      </p:sp>
      <p:sp>
        <p:nvSpPr>
          <p:cNvPr id="9" name="Rectangles 27">
            <a:extLst>
              <a:ext uri="{FF2B5EF4-FFF2-40B4-BE49-F238E27FC236}">
                <a16:creationId xmlns:a16="http://schemas.microsoft.com/office/drawing/2014/main" id="{C5BE40F8-5002-14A8-717B-C19515F2FE80}"/>
              </a:ext>
            </a:extLst>
          </p:cNvPr>
          <p:cNvSpPr/>
          <p:nvPr/>
        </p:nvSpPr>
        <p:spPr>
          <a:xfrm>
            <a:off x="11371178" y="12884009"/>
            <a:ext cx="2520000" cy="1440000"/>
          </a:xfrm>
          <a:prstGeom prst="rect">
            <a:avLst/>
          </a:prstGeom>
          <a:solidFill>
            <a:srgbClr val="BFE7FF"/>
          </a:solidFill>
        </p:spPr>
        <p:style>
          <a:lnRef idx="2">
            <a:schemeClr val="dk1"/>
          </a:lnRef>
          <a:fillRef idx="1">
            <a:schemeClr val="lt1"/>
          </a:fillRef>
          <a:effectRef idx="0">
            <a:schemeClr val="dk1"/>
          </a:effectRef>
          <a:fontRef idx="minor">
            <a:schemeClr val="dk1"/>
          </a:fontRef>
        </p:style>
        <p:txBody>
          <a:bodyPr rtlCol="0" anchor="ctr"/>
          <a:lstStyle/>
          <a:p>
            <a:pPr algn="ctr"/>
            <a:r>
              <a:rPr lang="en-IN" altLang="en-US" sz="2189" b="1" dirty="0">
                <a:latin typeface="Times New Roman" panose="02020603050405020304" pitchFamily="18" charset="0"/>
                <a:cs typeface="Times New Roman" panose="02020603050405020304" pitchFamily="18" charset="0"/>
              </a:rPr>
              <a:t>Split the Data to Train and Test</a:t>
            </a:r>
          </a:p>
        </p:txBody>
      </p:sp>
      <p:cxnSp>
        <p:nvCxnSpPr>
          <p:cNvPr id="14" name="Straight Arrow Connector 13">
            <a:extLst>
              <a:ext uri="{FF2B5EF4-FFF2-40B4-BE49-F238E27FC236}">
                <a16:creationId xmlns:a16="http://schemas.microsoft.com/office/drawing/2014/main" id="{04D6D37D-3536-375C-8E95-1558C7010627}"/>
              </a:ext>
            </a:extLst>
          </p:cNvPr>
          <p:cNvCxnSpPr>
            <a:cxnSpLocks/>
          </p:cNvCxnSpPr>
          <p:nvPr/>
        </p:nvCxnSpPr>
        <p:spPr>
          <a:xfrm>
            <a:off x="13891178" y="13580191"/>
            <a:ext cx="821246" cy="17395"/>
          </a:xfrm>
          <a:prstGeom prst="straightConnector1">
            <a:avLst/>
          </a:prstGeom>
          <a:ln>
            <a:tailEnd type="arrow" w="med" len="med"/>
          </a:ln>
        </p:spPr>
        <p:style>
          <a:lnRef idx="3">
            <a:schemeClr val="dk1"/>
          </a:lnRef>
          <a:fillRef idx="0">
            <a:schemeClr val="dk1"/>
          </a:fillRef>
          <a:effectRef idx="2">
            <a:schemeClr val="dk1"/>
          </a:effectRef>
          <a:fontRef idx="minor">
            <a:schemeClr val="tx1"/>
          </a:fontRef>
        </p:style>
      </p:cxnSp>
      <p:cxnSp>
        <p:nvCxnSpPr>
          <p:cNvPr id="25" name="Straight Arrow Connector 24">
            <a:extLst>
              <a:ext uri="{FF2B5EF4-FFF2-40B4-BE49-F238E27FC236}">
                <a16:creationId xmlns:a16="http://schemas.microsoft.com/office/drawing/2014/main" id="{9F01DA78-528D-596F-4EA9-8DCED8188542}"/>
              </a:ext>
            </a:extLst>
          </p:cNvPr>
          <p:cNvCxnSpPr>
            <a:cxnSpLocks/>
            <a:endCxn id="9" idx="1"/>
          </p:cNvCxnSpPr>
          <p:nvPr/>
        </p:nvCxnSpPr>
        <p:spPr>
          <a:xfrm flipV="1">
            <a:off x="10544654" y="13604009"/>
            <a:ext cx="826524" cy="2504"/>
          </a:xfrm>
          <a:prstGeom prst="straightConnector1">
            <a:avLst/>
          </a:prstGeom>
          <a:ln>
            <a:tailEnd type="arrow" w="med" len="med"/>
          </a:ln>
        </p:spPr>
        <p:style>
          <a:lnRef idx="3">
            <a:schemeClr val="dk1"/>
          </a:lnRef>
          <a:fillRef idx="0">
            <a:schemeClr val="dk1"/>
          </a:fillRef>
          <a:effectRef idx="2">
            <a:schemeClr val="dk1"/>
          </a:effectRef>
          <a:fontRef idx="minor">
            <a:schemeClr val="tx1"/>
          </a:fontRef>
        </p:style>
      </p:cxnSp>
      <p:sp>
        <p:nvSpPr>
          <p:cNvPr id="30" name="Rectangles 26">
            <a:extLst>
              <a:ext uri="{FF2B5EF4-FFF2-40B4-BE49-F238E27FC236}">
                <a16:creationId xmlns:a16="http://schemas.microsoft.com/office/drawing/2014/main" id="{74B83178-CE34-5DA9-FFEA-2EE42DF9CF9D}"/>
              </a:ext>
            </a:extLst>
          </p:cNvPr>
          <p:cNvSpPr/>
          <p:nvPr/>
        </p:nvSpPr>
        <p:spPr>
          <a:xfrm>
            <a:off x="14712424" y="12877586"/>
            <a:ext cx="2520000" cy="1440000"/>
          </a:xfrm>
          <a:prstGeom prst="rect">
            <a:avLst/>
          </a:prstGeom>
          <a:solidFill>
            <a:srgbClr val="BFE7FF"/>
          </a:solidFill>
        </p:spPr>
        <p:style>
          <a:lnRef idx="2">
            <a:schemeClr val="dk1"/>
          </a:lnRef>
          <a:fillRef idx="1">
            <a:schemeClr val="lt1"/>
          </a:fillRef>
          <a:effectRef idx="0">
            <a:schemeClr val="dk1"/>
          </a:effectRef>
          <a:fontRef idx="minor">
            <a:schemeClr val="dk1"/>
          </a:fontRef>
        </p:style>
        <p:txBody>
          <a:bodyPr rtlCol="0" anchor="ctr"/>
          <a:lstStyle/>
          <a:p>
            <a:pPr algn="ctr"/>
            <a:r>
              <a:rPr lang="en-IN" altLang="en-US" sz="2189" b="1" dirty="0">
                <a:latin typeface="Times New Roman" panose="02020603050405020304" pitchFamily="18" charset="0"/>
                <a:cs typeface="Times New Roman" panose="02020603050405020304" pitchFamily="18" charset="0"/>
              </a:rPr>
              <a:t>Train the Model using Algorithm</a:t>
            </a:r>
          </a:p>
        </p:txBody>
      </p:sp>
      <p:sp>
        <p:nvSpPr>
          <p:cNvPr id="31" name="Rectangles 27">
            <a:extLst>
              <a:ext uri="{FF2B5EF4-FFF2-40B4-BE49-F238E27FC236}">
                <a16:creationId xmlns:a16="http://schemas.microsoft.com/office/drawing/2014/main" id="{28E253BD-46E5-8C77-FA91-037535A4CE24}"/>
              </a:ext>
            </a:extLst>
          </p:cNvPr>
          <p:cNvSpPr/>
          <p:nvPr/>
        </p:nvSpPr>
        <p:spPr>
          <a:xfrm>
            <a:off x="18053670" y="12875027"/>
            <a:ext cx="2520000" cy="1440000"/>
          </a:xfrm>
          <a:prstGeom prst="rect">
            <a:avLst/>
          </a:prstGeom>
          <a:solidFill>
            <a:srgbClr val="BFE7FF"/>
          </a:solidFill>
        </p:spPr>
        <p:style>
          <a:lnRef idx="2">
            <a:schemeClr val="dk1"/>
          </a:lnRef>
          <a:fillRef idx="1">
            <a:schemeClr val="lt1"/>
          </a:fillRef>
          <a:effectRef idx="0">
            <a:schemeClr val="dk1"/>
          </a:effectRef>
          <a:fontRef idx="minor">
            <a:schemeClr val="dk1"/>
          </a:fontRef>
        </p:style>
        <p:txBody>
          <a:bodyPr rtlCol="0" anchor="ctr"/>
          <a:lstStyle/>
          <a:p>
            <a:pPr algn="ctr"/>
            <a:r>
              <a:rPr lang="en-IN" altLang="en-US" sz="2189" b="1" dirty="0">
                <a:latin typeface="Times New Roman" panose="02020603050405020304" pitchFamily="18" charset="0"/>
                <a:cs typeface="Times New Roman" panose="02020603050405020304" pitchFamily="18" charset="0"/>
              </a:rPr>
              <a:t>Test the Prediction to get Accuracy</a:t>
            </a:r>
          </a:p>
        </p:txBody>
      </p:sp>
      <p:cxnSp>
        <p:nvCxnSpPr>
          <p:cNvPr id="36" name="Straight Arrow Connector 35">
            <a:extLst>
              <a:ext uri="{FF2B5EF4-FFF2-40B4-BE49-F238E27FC236}">
                <a16:creationId xmlns:a16="http://schemas.microsoft.com/office/drawing/2014/main" id="{64CA4139-3B2A-18A1-F07E-C750760D9446}"/>
              </a:ext>
            </a:extLst>
          </p:cNvPr>
          <p:cNvCxnSpPr>
            <a:cxnSpLocks/>
            <a:stCxn id="30" idx="3"/>
          </p:cNvCxnSpPr>
          <p:nvPr/>
        </p:nvCxnSpPr>
        <p:spPr>
          <a:xfrm>
            <a:off x="17232424" y="13597586"/>
            <a:ext cx="821246" cy="0"/>
          </a:xfrm>
          <a:prstGeom prst="straightConnector1">
            <a:avLst/>
          </a:prstGeom>
          <a:ln>
            <a:tailEnd type="arrow" w="med" len="med"/>
          </a:ln>
        </p:spPr>
        <p:style>
          <a:lnRef idx="3">
            <a:schemeClr val="dk1"/>
          </a:lnRef>
          <a:fillRef idx="0">
            <a:schemeClr val="dk1"/>
          </a:fillRef>
          <a:effectRef idx="2">
            <a:schemeClr val="dk1"/>
          </a:effectRef>
          <a:fontRef idx="minor">
            <a:schemeClr val="tx1"/>
          </a:fontRef>
        </p:style>
      </p:cxnSp>
      <p:cxnSp>
        <p:nvCxnSpPr>
          <p:cNvPr id="48" name="Straight Arrow Connector 47">
            <a:extLst>
              <a:ext uri="{FF2B5EF4-FFF2-40B4-BE49-F238E27FC236}">
                <a16:creationId xmlns:a16="http://schemas.microsoft.com/office/drawing/2014/main" id="{BCF6EE7A-733F-FC61-BCA5-052C7089374E}"/>
              </a:ext>
            </a:extLst>
          </p:cNvPr>
          <p:cNvCxnSpPr>
            <a:cxnSpLocks/>
            <a:endCxn id="27" idx="1"/>
          </p:cNvCxnSpPr>
          <p:nvPr/>
        </p:nvCxnSpPr>
        <p:spPr>
          <a:xfrm>
            <a:off x="3873173" y="13591317"/>
            <a:ext cx="815513" cy="12601"/>
          </a:xfrm>
          <a:prstGeom prst="straightConnector1">
            <a:avLst/>
          </a:prstGeom>
          <a:ln>
            <a:tailEnd type="arrow" w="med" len="med"/>
          </a:ln>
        </p:spPr>
        <p:style>
          <a:lnRef idx="3">
            <a:schemeClr val="dk1"/>
          </a:lnRef>
          <a:fillRef idx="0">
            <a:schemeClr val="dk1"/>
          </a:fillRef>
          <a:effectRef idx="2">
            <a:schemeClr val="dk1"/>
          </a:effectRef>
          <a:fontRef idx="minor">
            <a:schemeClr val="tx1"/>
          </a:fontRef>
        </p:style>
      </p:cxnSp>
      <p:sp>
        <p:nvSpPr>
          <p:cNvPr id="2" name="Rectangles 27">
            <a:extLst>
              <a:ext uri="{FF2B5EF4-FFF2-40B4-BE49-F238E27FC236}">
                <a16:creationId xmlns:a16="http://schemas.microsoft.com/office/drawing/2014/main" id="{064CAB74-A794-21F2-F6C1-03FBA035A592}"/>
              </a:ext>
            </a:extLst>
          </p:cNvPr>
          <p:cNvSpPr/>
          <p:nvPr/>
        </p:nvSpPr>
        <p:spPr>
          <a:xfrm>
            <a:off x="1347440" y="12889624"/>
            <a:ext cx="2520000" cy="1440000"/>
          </a:xfrm>
          <a:prstGeom prst="rect">
            <a:avLst/>
          </a:prstGeom>
          <a:solidFill>
            <a:srgbClr val="BFE7FF"/>
          </a:solidFill>
        </p:spPr>
        <p:style>
          <a:lnRef idx="2">
            <a:schemeClr val="dk1"/>
          </a:lnRef>
          <a:fillRef idx="1">
            <a:schemeClr val="lt1"/>
          </a:fillRef>
          <a:effectRef idx="0">
            <a:schemeClr val="dk1"/>
          </a:effectRef>
          <a:fontRef idx="minor">
            <a:schemeClr val="dk1"/>
          </a:fontRef>
        </p:style>
        <p:txBody>
          <a:bodyPr rtlCol="0" anchor="ctr"/>
          <a:lstStyle/>
          <a:p>
            <a:pPr algn="ctr"/>
            <a:r>
              <a:rPr lang="en-IN" altLang="en-US" sz="2189" b="1" dirty="0">
                <a:latin typeface="Times New Roman" panose="02020603050405020304" pitchFamily="18" charset="0"/>
                <a:cs typeface="Times New Roman" panose="02020603050405020304" pitchFamily="18" charset="0"/>
              </a:rPr>
              <a:t>Required Data Set Collection</a:t>
            </a:r>
          </a:p>
        </p:txBody>
      </p:sp>
      <p:sp>
        <p:nvSpPr>
          <p:cNvPr id="1041" name="Rectangles 26">
            <a:extLst>
              <a:ext uri="{FF2B5EF4-FFF2-40B4-BE49-F238E27FC236}">
                <a16:creationId xmlns:a16="http://schemas.microsoft.com/office/drawing/2014/main" id="{711AFBC8-F591-89C2-6538-B1AE682C6641}"/>
              </a:ext>
            </a:extLst>
          </p:cNvPr>
          <p:cNvSpPr/>
          <p:nvPr/>
        </p:nvSpPr>
        <p:spPr>
          <a:xfrm>
            <a:off x="11371178" y="10775489"/>
            <a:ext cx="2520000" cy="1440000"/>
          </a:xfrm>
          <a:prstGeom prst="rect">
            <a:avLst/>
          </a:prstGeom>
          <a:noFill/>
          <a:ln w="9525" cap="flat" cmpd="sng" algn="ctr">
            <a:solidFill>
              <a:schemeClr val="dk1"/>
            </a:solidFill>
            <a:prstDash val="solid"/>
            <a:round/>
            <a:headEnd type="none" w="med" len="med"/>
            <a:tailEnd type="none" w="med" len="med"/>
          </a:ln>
          <a:effectLst/>
        </p:spPr>
        <p:style>
          <a:lnRef idx="0">
            <a:scrgbClr r="0" g="0" b="0"/>
          </a:lnRef>
          <a:fillRef idx="0">
            <a:scrgbClr r="0" g="0" b="0"/>
          </a:fillRef>
          <a:effectRef idx="0">
            <a:scrgbClr r="0" g="0" b="0"/>
          </a:effectRef>
          <a:fontRef idx="minor">
            <a:schemeClr val="dk1"/>
          </a:fontRef>
        </p:style>
        <p:txBody>
          <a:bodyPr rtlCol="0" anchor="ctr"/>
          <a:lstStyle/>
          <a:p>
            <a:pPr algn="ctr"/>
            <a:r>
              <a:rPr lang="en-IN" altLang="en-US" sz="2189" b="1" dirty="0">
                <a:latin typeface="Times New Roman" panose="02020603050405020304" pitchFamily="18" charset="0"/>
                <a:cs typeface="Times New Roman" panose="02020603050405020304" pitchFamily="18" charset="0"/>
              </a:rPr>
              <a:t>80 % of the Data is used to Train and 20 % of Data is used to Test</a:t>
            </a:r>
          </a:p>
        </p:txBody>
      </p:sp>
      <p:sp>
        <p:nvSpPr>
          <p:cNvPr id="1044" name="Rectangles 26">
            <a:extLst>
              <a:ext uri="{FF2B5EF4-FFF2-40B4-BE49-F238E27FC236}">
                <a16:creationId xmlns:a16="http://schemas.microsoft.com/office/drawing/2014/main" id="{82B5359C-8309-4685-9612-4514E9FE781E}"/>
              </a:ext>
            </a:extLst>
          </p:cNvPr>
          <p:cNvSpPr/>
          <p:nvPr/>
        </p:nvSpPr>
        <p:spPr>
          <a:xfrm>
            <a:off x="14712424" y="10775489"/>
            <a:ext cx="2520000" cy="1440000"/>
          </a:xfrm>
          <a:prstGeom prst="rect">
            <a:avLst/>
          </a:prstGeom>
          <a:noFill/>
          <a:ln w="9525" cap="flat" cmpd="sng" algn="ctr">
            <a:solidFill>
              <a:schemeClr val="dk1"/>
            </a:solidFill>
            <a:prstDash val="solid"/>
            <a:round/>
            <a:headEnd type="none" w="med" len="med"/>
            <a:tailEnd type="none" w="med" len="med"/>
          </a:ln>
          <a:effectLst/>
        </p:spPr>
        <p:style>
          <a:lnRef idx="0">
            <a:scrgbClr r="0" g="0" b="0"/>
          </a:lnRef>
          <a:fillRef idx="0">
            <a:scrgbClr r="0" g="0" b="0"/>
          </a:fillRef>
          <a:effectRef idx="0">
            <a:scrgbClr r="0" g="0" b="0"/>
          </a:effectRef>
          <a:fontRef idx="minor">
            <a:schemeClr val="dk1"/>
          </a:fontRef>
        </p:style>
        <p:txBody>
          <a:bodyPr rtlCol="0" anchor="ctr"/>
          <a:lstStyle/>
          <a:p>
            <a:pPr algn="ctr"/>
            <a:r>
              <a:rPr lang="en-IN" altLang="en-US" sz="2189" b="1" dirty="0">
                <a:latin typeface="Times New Roman" panose="02020603050405020304" pitchFamily="18" charset="0"/>
                <a:cs typeface="Times New Roman" panose="02020603050405020304" pitchFamily="18" charset="0"/>
              </a:rPr>
              <a:t>Random Forest Regression and </a:t>
            </a:r>
            <a:r>
              <a:rPr lang="en-US" altLang="en-IN" sz="2189" b="1" dirty="0">
                <a:latin typeface="Times New Roman" panose="02020603050405020304" pitchFamily="18" charset="0"/>
                <a:cs typeface="Times New Roman" panose="02020603050405020304" pitchFamily="18" charset="0"/>
              </a:rPr>
              <a:t>K Nearest Neighbor</a:t>
            </a:r>
            <a:r>
              <a:rPr lang="en-IN" altLang="en-US" sz="2189" b="1" dirty="0">
                <a:latin typeface="Times New Roman" panose="02020603050405020304" pitchFamily="18" charset="0"/>
                <a:cs typeface="Times New Roman" panose="02020603050405020304" pitchFamily="18" charset="0"/>
              </a:rPr>
              <a:t> Regression</a:t>
            </a:r>
          </a:p>
        </p:txBody>
      </p:sp>
      <p:cxnSp>
        <p:nvCxnSpPr>
          <p:cNvPr id="1045" name="Straight Arrow Connector 1044">
            <a:extLst>
              <a:ext uri="{FF2B5EF4-FFF2-40B4-BE49-F238E27FC236}">
                <a16:creationId xmlns:a16="http://schemas.microsoft.com/office/drawing/2014/main" id="{5B1B3C2D-EDA5-B693-2EC1-E02A5F9D36E2}"/>
              </a:ext>
            </a:extLst>
          </p:cNvPr>
          <p:cNvCxnSpPr>
            <a:cxnSpLocks/>
          </p:cNvCxnSpPr>
          <p:nvPr/>
        </p:nvCxnSpPr>
        <p:spPr>
          <a:xfrm>
            <a:off x="12631178" y="12215489"/>
            <a:ext cx="0" cy="641378"/>
          </a:xfrm>
          <a:prstGeom prst="straightConnector1">
            <a:avLst/>
          </a:prstGeom>
          <a:ln>
            <a:tailEnd type="arrow" w="med" len="med"/>
          </a:ln>
        </p:spPr>
        <p:style>
          <a:lnRef idx="3">
            <a:schemeClr val="dk1"/>
          </a:lnRef>
          <a:fillRef idx="0">
            <a:schemeClr val="dk1"/>
          </a:fillRef>
          <a:effectRef idx="2">
            <a:schemeClr val="dk1"/>
          </a:effectRef>
          <a:fontRef idx="minor">
            <a:schemeClr val="tx1"/>
          </a:fontRef>
        </p:style>
      </p:cxnSp>
      <p:cxnSp>
        <p:nvCxnSpPr>
          <p:cNvPr id="1047" name="Straight Arrow Connector 1046">
            <a:extLst>
              <a:ext uri="{FF2B5EF4-FFF2-40B4-BE49-F238E27FC236}">
                <a16:creationId xmlns:a16="http://schemas.microsoft.com/office/drawing/2014/main" id="{B3050C41-AA02-5ED2-D82F-7894D133A392}"/>
              </a:ext>
            </a:extLst>
          </p:cNvPr>
          <p:cNvCxnSpPr>
            <a:cxnSpLocks/>
          </p:cNvCxnSpPr>
          <p:nvPr/>
        </p:nvCxnSpPr>
        <p:spPr>
          <a:xfrm>
            <a:off x="15972424" y="12215489"/>
            <a:ext cx="0" cy="641378"/>
          </a:xfrm>
          <a:prstGeom prst="straightConnector1">
            <a:avLst/>
          </a:prstGeom>
          <a:ln>
            <a:tailEnd type="arrow" w="med" len="med"/>
          </a:ln>
        </p:spPr>
        <p:style>
          <a:lnRef idx="3">
            <a:schemeClr val="dk1"/>
          </a:lnRef>
          <a:fillRef idx="0">
            <a:schemeClr val="dk1"/>
          </a:fillRef>
          <a:effectRef idx="2">
            <a:schemeClr val="dk1"/>
          </a:effectRef>
          <a:fontRef idx="minor">
            <a:schemeClr val="tx1"/>
          </a:fontRef>
        </p:style>
      </p:cxnSp>
      <p:pic>
        <p:nvPicPr>
          <p:cNvPr id="1051" name="Picture 1050">
            <a:extLst>
              <a:ext uri="{FF2B5EF4-FFF2-40B4-BE49-F238E27FC236}">
                <a16:creationId xmlns:a16="http://schemas.microsoft.com/office/drawing/2014/main" id="{6567A98E-2DEF-0DA6-2E76-D36C0A11D1F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4888298" y="16691159"/>
            <a:ext cx="5852172" cy="4389129"/>
          </a:xfrm>
          <a:prstGeom prst="rect">
            <a:avLst/>
          </a:prstGeom>
        </p:spPr>
      </p:pic>
      <p:pic>
        <p:nvPicPr>
          <p:cNvPr id="3" name="Picture 2">
            <a:extLst>
              <a:ext uri="{FF2B5EF4-FFF2-40B4-BE49-F238E27FC236}">
                <a16:creationId xmlns:a16="http://schemas.microsoft.com/office/drawing/2014/main" id="{684059FC-C139-CABB-1020-ABB977FA6A76}"/>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362589" y="16267036"/>
            <a:ext cx="6874344" cy="4043084"/>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11">
            <a:extLst>
              <a:ext uri="{FF2B5EF4-FFF2-40B4-BE49-F238E27FC236}">
                <a16:creationId xmlns:a16="http://schemas.microsoft.com/office/drawing/2014/main" id="{CF51037D-8FBD-1F7B-9ADC-CE8348075D50}"/>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941353" y="16697114"/>
            <a:ext cx="5852172" cy="4389129"/>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179</TotalTime>
  <Words>648</Words>
  <Application>Microsoft Office PowerPoint</Application>
  <PresentationFormat>Custom</PresentationFormat>
  <Paragraphs>47</Paragraphs>
  <Slides>1</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vt:i4>
      </vt:variant>
    </vt:vector>
  </HeadingPairs>
  <TitlesOfParts>
    <vt:vector size="7" baseType="lpstr">
      <vt:lpstr>Arial</vt:lpstr>
      <vt:lpstr>Calibri</vt:lpstr>
      <vt:lpstr>Calibri Light</vt:lpstr>
      <vt:lpstr>Times New Roman</vt:lpstr>
      <vt:lpstr>Wingdings</vt:lpstr>
      <vt:lpstr>Office Theme</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Ganesh Moorthy</dc:creator>
  <cp:lastModifiedBy>Kaviyashree J</cp:lastModifiedBy>
  <cp:revision>70</cp:revision>
  <dcterms:created xsi:type="dcterms:W3CDTF">2023-04-19T08:35:00Z</dcterms:created>
  <dcterms:modified xsi:type="dcterms:W3CDTF">2024-04-04T17:10:48Z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653EA4DDE9264B7BBFB9647507C2B0E8</vt:lpwstr>
  </property>
  <property fmtid="{D5CDD505-2E9C-101B-9397-08002B2CF9AE}" pid="3" name="KSOProductBuildVer">
    <vt:lpwstr>1033-11.2.0.11536</vt:lpwstr>
  </property>
</Properties>
</file>